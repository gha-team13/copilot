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5.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6.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slideLayouts/slideLayout36.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35" r:id="rId4"/>
    <p:sldMasterId id="2147483704" r:id="rId5"/>
    <p:sldMasterId id="2147483833" r:id="rId6"/>
    <p:sldMasterId id="2147483884" r:id="rId7"/>
    <p:sldMasterId id="2147483703" r:id="rId8"/>
    <p:sldMasterId id="2147483702" r:id="rId9"/>
    <p:sldMasterId id="2147483726" r:id="rId10"/>
    <p:sldMasterId id="2147483791" r:id="rId11"/>
    <p:sldMasterId id="2147483820" r:id="rId12"/>
  </p:sldMasterIdLst>
  <p:notesMasterIdLst>
    <p:notesMasterId r:id="rId21"/>
  </p:notesMasterIdLst>
  <p:handoutMasterIdLst>
    <p:handoutMasterId r:id="rId22"/>
  </p:handoutMasterIdLst>
  <p:sldIdLst>
    <p:sldId id="396" r:id="rId13"/>
    <p:sldId id="438" r:id="rId14"/>
    <p:sldId id="442" r:id="rId15"/>
    <p:sldId id="256" r:id="rId16"/>
    <p:sldId id="319" r:id="rId17"/>
    <p:sldId id="440" r:id="rId18"/>
    <p:sldId id="441" r:id="rId19"/>
    <p:sldId id="44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 userDrawn="1">
          <p15:clr>
            <a:srgbClr val="A4A3A4"/>
          </p15:clr>
        </p15:guide>
        <p15:guide id="2" pos="211" userDrawn="1">
          <p15:clr>
            <a:srgbClr val="A4A3A4"/>
          </p15:clr>
        </p15:guide>
        <p15:guide id="3" pos="7469" userDrawn="1">
          <p15:clr>
            <a:srgbClr val="A4A3A4"/>
          </p15:clr>
        </p15:guide>
        <p15:guide id="4" orient="horz" pos="4065"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71EE13C-95A6-E9E0-5DD0-EE12CFCD9DF5}" name="Brown, Yuko" initials="YB" userId="S::Yuko.Brown@td.com::a8ff3bdf-8b52-4f8d-a39b-ee1ff304e4f4" providerId="AD"/>
  <p188:author id="{75AE935E-B491-632E-6348-B206552C2F84}" name="Brown, Yuko" initials="BY" userId="S::yuko.brown@td.com::a8ff3bdf-8b52-4f8d-a39b-ee1ff304e4f4" providerId="AD"/>
  <p188:author id="{4392E974-A240-245C-AA58-E1E896EB86A7}" name="Leung, Reginald (he/him/his)" initials="LR(" userId="S::reginald.leung@td.com::34fc20ba-08e6-4658-8d29-982745c3b11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5336"/>
    <a:srgbClr val="C47701"/>
    <a:srgbClr val="008A00"/>
    <a:srgbClr val="CCCCCC"/>
    <a:srgbClr val="1C1C1C"/>
    <a:srgbClr val="038203"/>
    <a:srgbClr val="933214"/>
    <a:srgbClr val="F6FAF0"/>
    <a:srgbClr val="8C8C8C"/>
    <a:srgbClr val="F9F9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652" autoAdjust="0"/>
    <p:restoredTop sz="96985" autoAdjust="0"/>
  </p:normalViewPr>
  <p:slideViewPr>
    <p:cSldViewPr snapToGrid="0" showGuides="1">
      <p:cViewPr varScale="1">
        <p:scale>
          <a:sx n="152" d="100"/>
          <a:sy n="152" d="100"/>
        </p:scale>
        <p:origin x="108" y="108"/>
      </p:cViewPr>
      <p:guideLst>
        <p:guide orient="horz" pos="210"/>
        <p:guide pos="211"/>
        <p:guide pos="7469"/>
        <p:guide orient="horz" pos="4065"/>
      </p:guideLst>
    </p:cSldViewPr>
  </p:slideViewPr>
  <p:outlineViewPr>
    <p:cViewPr>
      <p:scale>
        <a:sx n="33" d="100"/>
        <a:sy n="33" d="100"/>
      </p:scale>
      <p:origin x="0" y="-19146"/>
    </p:cViewPr>
  </p:outlineViewPr>
  <p:notesTextViewPr>
    <p:cViewPr>
      <p:scale>
        <a:sx n="1" d="1"/>
        <a:sy n="1" d="1"/>
      </p:scale>
      <p:origin x="0" y="0"/>
    </p:cViewPr>
  </p:notesTextViewPr>
  <p:notesViewPr>
    <p:cSldViewPr snapToGrid="0" showGuide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slide" Target="slides/slide8.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3.xml"/><Relationship Id="rId23" Type="http://schemas.openxmlformats.org/officeDocument/2006/relationships/presProps" Target="presProps.xml"/><Relationship Id="rId10" Type="http://schemas.openxmlformats.org/officeDocument/2006/relationships/slideMaster" Target="slideMasters/slideMaster7.xml"/><Relationship Id="rId19" Type="http://schemas.openxmlformats.org/officeDocument/2006/relationships/slide" Target="slides/slide7.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 Id="rId22" Type="http://schemas.openxmlformats.org/officeDocument/2006/relationships/handoutMaster" Target="handoutMasters/handoutMaster1.xml"/><Relationship Id="rId27"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4E6EDFB-ABB4-4298-B80E-BD8881811321}" type="doc">
      <dgm:prSet loTypeId="urn:microsoft.com/office/officeart/2008/layout/VerticalAccentList" loCatId="list" qsTypeId="urn:microsoft.com/office/officeart/2005/8/quickstyle/simple1" qsCatId="simple" csTypeId="urn:microsoft.com/office/officeart/2005/8/colors/accent1_2" csCatId="accent1" phldr="1"/>
      <dgm:spPr/>
      <dgm:t>
        <a:bodyPr/>
        <a:lstStyle/>
        <a:p>
          <a:endParaRPr lang="en-US"/>
        </a:p>
      </dgm:t>
    </dgm:pt>
    <dgm:pt modelId="{7A1771DA-0CC7-4AA8-B08E-3810355A79C6}">
      <dgm:prSet phldrT="[Text]" phldr="0" custT="1"/>
      <dgm:spPr/>
      <dgm:t>
        <a:bodyPr/>
        <a:lstStyle/>
        <a:p>
          <a:r>
            <a:rPr lang="en-US" sz="1400" b="1" i="0" kern="1200" dirty="0">
              <a:solidFill>
                <a:srgbClr val="003F2D"/>
              </a:solidFill>
              <a:latin typeface="TD Graphik Semilight" panose="020B0503030202060203"/>
              <a:ea typeface="Urbanist"/>
              <a:cs typeface="Urbanist"/>
            </a:rPr>
            <a:t>Most Valuable = </a:t>
          </a:r>
        </a:p>
      </dgm:t>
    </dgm:pt>
    <dgm:pt modelId="{4E82E93B-902D-42AA-A19C-4D36B72FF092}" type="parTrans" cxnId="{A572799B-CCD2-49F7-A56E-C039ACFD4771}">
      <dgm:prSet/>
      <dgm:spPr/>
      <dgm:t>
        <a:bodyPr/>
        <a:lstStyle/>
        <a:p>
          <a:endParaRPr lang="en-US"/>
        </a:p>
      </dgm:t>
    </dgm:pt>
    <dgm:pt modelId="{7F525DA5-55F8-415A-83B5-3AF53FC554F7}" type="sibTrans" cxnId="{A572799B-CCD2-49F7-A56E-C039ACFD4771}">
      <dgm:prSet/>
      <dgm:spPr/>
      <dgm:t>
        <a:bodyPr/>
        <a:lstStyle/>
        <a:p>
          <a:endParaRPr lang="en-US"/>
        </a:p>
      </dgm:t>
    </dgm:pt>
    <dgm:pt modelId="{F64EA062-562D-412C-B1E9-56AFCC3D67E0}">
      <dgm:prSet phldrT="[Text]" phldr="0" custT="1"/>
      <dgm:spPr/>
      <dgm:t>
        <a:bodyPr/>
        <a:lstStyle/>
        <a:p>
          <a:r>
            <a:rPr lang="en-US" sz="1400" b="0" i="0" kern="1200" dirty="0">
              <a:solidFill>
                <a:srgbClr val="1C1C1C"/>
              </a:solidFill>
              <a:latin typeface="TD Graphik Semilight" panose="020B0503030202060203" pitchFamily="34" charset="77"/>
              <a:ea typeface="+mn-ea"/>
              <a:cs typeface="+mn-cs"/>
            </a:rPr>
            <a:t>High spend + High redemption </a:t>
          </a:r>
        </a:p>
      </dgm:t>
    </dgm:pt>
    <dgm:pt modelId="{AF96DCC8-58B7-4F1C-997D-70C521AAEA7B}" type="parTrans" cxnId="{521A851B-99FA-44DD-9C9A-26CCC8E26EAA}">
      <dgm:prSet/>
      <dgm:spPr/>
      <dgm:t>
        <a:bodyPr/>
        <a:lstStyle/>
        <a:p>
          <a:endParaRPr lang="en-US"/>
        </a:p>
      </dgm:t>
    </dgm:pt>
    <dgm:pt modelId="{C84EB4C5-D960-4907-81F2-758B58BEF146}" type="sibTrans" cxnId="{521A851B-99FA-44DD-9C9A-26CCC8E26EAA}">
      <dgm:prSet/>
      <dgm:spPr/>
      <dgm:t>
        <a:bodyPr/>
        <a:lstStyle/>
        <a:p>
          <a:endParaRPr lang="en-US"/>
        </a:p>
      </dgm:t>
    </dgm:pt>
    <dgm:pt modelId="{1E8C34D5-F416-4999-83AE-CB4B6D2A96AB}">
      <dgm:prSet phldrT="[Text]" phldr="0" custT="1"/>
      <dgm:spPr/>
      <dgm:t>
        <a:bodyPr/>
        <a:lstStyle/>
        <a:p>
          <a:pPr marL="0" lvl="0" indent="0" algn="l" defTabSz="622300">
            <a:lnSpc>
              <a:spcPct val="90000"/>
            </a:lnSpc>
            <a:spcBef>
              <a:spcPct val="0"/>
            </a:spcBef>
            <a:spcAft>
              <a:spcPct val="35000"/>
            </a:spcAft>
            <a:buNone/>
          </a:pPr>
          <a:r>
            <a:rPr lang="en-US" sz="1400" b="1" i="0" kern="1200" dirty="0">
              <a:solidFill>
                <a:srgbClr val="003F2D"/>
              </a:solidFill>
              <a:latin typeface="TD Graphik Semilight" panose="020B0503030202060203"/>
              <a:ea typeface="Urbanist"/>
              <a:cs typeface="Urbanist"/>
            </a:rPr>
            <a:t>Cost Heavy= </a:t>
          </a:r>
        </a:p>
      </dgm:t>
    </dgm:pt>
    <dgm:pt modelId="{6A884CC2-7AA8-40F3-9F76-5276263167AA}" type="parTrans" cxnId="{6C0CD88D-938E-4840-9446-56756E1A1E55}">
      <dgm:prSet/>
      <dgm:spPr/>
      <dgm:t>
        <a:bodyPr/>
        <a:lstStyle/>
        <a:p>
          <a:endParaRPr lang="en-US"/>
        </a:p>
      </dgm:t>
    </dgm:pt>
    <dgm:pt modelId="{67F27520-C0B9-40CE-B11C-D599F781CD54}" type="sibTrans" cxnId="{6C0CD88D-938E-4840-9446-56756E1A1E55}">
      <dgm:prSet/>
      <dgm:spPr/>
      <dgm:t>
        <a:bodyPr/>
        <a:lstStyle/>
        <a:p>
          <a:endParaRPr lang="en-US"/>
        </a:p>
      </dgm:t>
    </dgm:pt>
    <dgm:pt modelId="{A594DA83-B8DC-46A8-9D5A-3112F63D4FA1}">
      <dgm:prSet phldrT="[Text]" phldr="0" custT="1"/>
      <dgm:spPr/>
      <dgm:t>
        <a:bodyPr/>
        <a:lstStyle/>
        <a:p>
          <a:r>
            <a:rPr lang="en-US" sz="1400" b="0" dirty="0">
              <a:latin typeface="TD Graphik Regular" panose="020B0503030202060203" pitchFamily="34" charset="0"/>
            </a:rPr>
            <a:t>Low spend + High redemption</a:t>
          </a:r>
        </a:p>
      </dgm:t>
    </dgm:pt>
    <dgm:pt modelId="{2E00A259-07C2-48AA-8219-32DA34BACF54}" type="parTrans" cxnId="{D8CBA15C-D1AB-40F6-8361-8CC94DDEF8C7}">
      <dgm:prSet/>
      <dgm:spPr/>
      <dgm:t>
        <a:bodyPr/>
        <a:lstStyle/>
        <a:p>
          <a:endParaRPr lang="en-US"/>
        </a:p>
      </dgm:t>
    </dgm:pt>
    <dgm:pt modelId="{A397977D-AD9A-4525-96F2-3418CB8656E8}" type="sibTrans" cxnId="{D8CBA15C-D1AB-40F6-8361-8CC94DDEF8C7}">
      <dgm:prSet/>
      <dgm:spPr/>
      <dgm:t>
        <a:bodyPr/>
        <a:lstStyle/>
        <a:p>
          <a:endParaRPr lang="en-US"/>
        </a:p>
      </dgm:t>
    </dgm:pt>
    <dgm:pt modelId="{9C24CBD2-860C-4035-84C3-2FB38685364B}">
      <dgm:prSet phldrT="[Text]" phldr="0" custT="1"/>
      <dgm:spPr/>
      <dgm:t>
        <a:bodyPr/>
        <a:lstStyle/>
        <a:p>
          <a:pPr marL="0" lvl="0" indent="0" algn="l" defTabSz="622300">
            <a:lnSpc>
              <a:spcPct val="90000"/>
            </a:lnSpc>
            <a:spcBef>
              <a:spcPct val="0"/>
            </a:spcBef>
            <a:spcAft>
              <a:spcPct val="35000"/>
            </a:spcAft>
            <a:buNone/>
          </a:pPr>
          <a:r>
            <a:rPr lang="en-US" sz="1400" b="1" i="0" kern="1200" dirty="0">
              <a:solidFill>
                <a:srgbClr val="003F2D"/>
              </a:solidFill>
              <a:latin typeface="TD Graphik Semilight" panose="020B0503030202060203"/>
              <a:ea typeface="Urbanist"/>
              <a:cs typeface="Urbanist"/>
            </a:rPr>
            <a:t>Untapped opportunity = </a:t>
          </a:r>
        </a:p>
      </dgm:t>
    </dgm:pt>
    <dgm:pt modelId="{E1F5B7C3-CA0C-477B-BD64-B87998951E4F}" type="parTrans" cxnId="{B66BDA15-D000-4CDA-9FFD-348784B6B97C}">
      <dgm:prSet/>
      <dgm:spPr/>
      <dgm:t>
        <a:bodyPr/>
        <a:lstStyle/>
        <a:p>
          <a:endParaRPr lang="en-US"/>
        </a:p>
      </dgm:t>
    </dgm:pt>
    <dgm:pt modelId="{74018EB8-C79A-47D4-BC43-17F30E443321}" type="sibTrans" cxnId="{B66BDA15-D000-4CDA-9FFD-348784B6B97C}">
      <dgm:prSet/>
      <dgm:spPr/>
      <dgm:t>
        <a:bodyPr/>
        <a:lstStyle/>
        <a:p>
          <a:endParaRPr lang="en-US"/>
        </a:p>
      </dgm:t>
    </dgm:pt>
    <dgm:pt modelId="{DFB19851-8BD9-468A-B111-490E1E034578}">
      <dgm:prSet phldrT="[Text]" phldr="0" custT="1"/>
      <dgm:spPr/>
      <dgm:t>
        <a:bodyPr/>
        <a:lstStyle/>
        <a:p>
          <a:r>
            <a:rPr lang="en-US" sz="1400" dirty="0">
              <a:latin typeface="TD Graphik Regular" panose="020B0503030202060203" pitchFamily="34" charset="0"/>
            </a:rPr>
            <a:t>High spend + Low redemption</a:t>
          </a:r>
          <a:r>
            <a:rPr lang="en-US" sz="1800" dirty="0"/>
            <a:t>	</a:t>
          </a:r>
        </a:p>
      </dgm:t>
    </dgm:pt>
    <dgm:pt modelId="{0E04739D-F5F1-4CD9-AE57-35E77E535F53}" type="parTrans" cxnId="{3B985E48-D975-462C-9F7C-85643CA95FDB}">
      <dgm:prSet/>
      <dgm:spPr/>
      <dgm:t>
        <a:bodyPr/>
        <a:lstStyle/>
        <a:p>
          <a:endParaRPr lang="en-US"/>
        </a:p>
      </dgm:t>
    </dgm:pt>
    <dgm:pt modelId="{ACD92798-5D1F-4C44-9707-B0F0D2A0B305}" type="sibTrans" cxnId="{3B985E48-D975-462C-9F7C-85643CA95FDB}">
      <dgm:prSet/>
      <dgm:spPr/>
      <dgm:t>
        <a:bodyPr/>
        <a:lstStyle/>
        <a:p>
          <a:endParaRPr lang="en-US"/>
        </a:p>
      </dgm:t>
    </dgm:pt>
    <dgm:pt modelId="{ACAA299D-4B48-472C-9945-60097E14F024}" type="pres">
      <dgm:prSet presAssocID="{B4E6EDFB-ABB4-4298-B80E-BD8881811321}" presName="Name0" presStyleCnt="0">
        <dgm:presLayoutVars>
          <dgm:chMax/>
          <dgm:chPref/>
          <dgm:dir/>
        </dgm:presLayoutVars>
      </dgm:prSet>
      <dgm:spPr/>
    </dgm:pt>
    <dgm:pt modelId="{B57F2622-242D-4836-90BA-5A6109EA83AB}" type="pres">
      <dgm:prSet presAssocID="{7A1771DA-0CC7-4AA8-B08E-3810355A79C6}" presName="parenttextcomposite" presStyleCnt="0"/>
      <dgm:spPr/>
    </dgm:pt>
    <dgm:pt modelId="{C832943A-CBB4-4D64-92ED-E96FD9588EF5}" type="pres">
      <dgm:prSet presAssocID="{7A1771DA-0CC7-4AA8-B08E-3810355A79C6}" presName="parenttext" presStyleLbl="revTx" presStyleIdx="0" presStyleCnt="3">
        <dgm:presLayoutVars>
          <dgm:chMax/>
          <dgm:chPref val="2"/>
          <dgm:bulletEnabled val="1"/>
        </dgm:presLayoutVars>
      </dgm:prSet>
      <dgm:spPr/>
    </dgm:pt>
    <dgm:pt modelId="{98BF6801-BBC9-47E9-9DF2-D2844597671D}" type="pres">
      <dgm:prSet presAssocID="{7A1771DA-0CC7-4AA8-B08E-3810355A79C6}" presName="composite" presStyleCnt="0"/>
      <dgm:spPr/>
    </dgm:pt>
    <dgm:pt modelId="{7E4CE4C6-539D-4C50-A3E4-9980217AA80C}" type="pres">
      <dgm:prSet presAssocID="{7A1771DA-0CC7-4AA8-B08E-3810355A79C6}" presName="chevron1" presStyleLbl="alignNode1" presStyleIdx="0" presStyleCnt="21"/>
      <dgm:spPr/>
    </dgm:pt>
    <dgm:pt modelId="{70EEDF79-D20D-4AF6-9872-3CFD71820A93}" type="pres">
      <dgm:prSet presAssocID="{7A1771DA-0CC7-4AA8-B08E-3810355A79C6}" presName="chevron2" presStyleLbl="alignNode1" presStyleIdx="1" presStyleCnt="21"/>
      <dgm:spPr/>
    </dgm:pt>
    <dgm:pt modelId="{6CCBE117-FC5A-4D3F-9AA3-C9C7E103652E}" type="pres">
      <dgm:prSet presAssocID="{7A1771DA-0CC7-4AA8-B08E-3810355A79C6}" presName="chevron3" presStyleLbl="alignNode1" presStyleIdx="2" presStyleCnt="21"/>
      <dgm:spPr/>
    </dgm:pt>
    <dgm:pt modelId="{3421F52C-6659-48F9-A125-5DB10B85DF9E}" type="pres">
      <dgm:prSet presAssocID="{7A1771DA-0CC7-4AA8-B08E-3810355A79C6}" presName="chevron4" presStyleLbl="alignNode1" presStyleIdx="3" presStyleCnt="21"/>
      <dgm:spPr/>
    </dgm:pt>
    <dgm:pt modelId="{81FF3F52-74E7-43C7-AD4A-CE20F191D832}" type="pres">
      <dgm:prSet presAssocID="{7A1771DA-0CC7-4AA8-B08E-3810355A79C6}" presName="chevron5" presStyleLbl="alignNode1" presStyleIdx="4" presStyleCnt="21"/>
      <dgm:spPr/>
    </dgm:pt>
    <dgm:pt modelId="{0C748521-1B54-49CB-97C8-F64A1715D158}" type="pres">
      <dgm:prSet presAssocID="{7A1771DA-0CC7-4AA8-B08E-3810355A79C6}" presName="chevron6" presStyleLbl="alignNode1" presStyleIdx="5" presStyleCnt="21"/>
      <dgm:spPr/>
    </dgm:pt>
    <dgm:pt modelId="{80DD34E7-66F5-4702-96FF-411928B1DDC6}" type="pres">
      <dgm:prSet presAssocID="{7A1771DA-0CC7-4AA8-B08E-3810355A79C6}" presName="chevron7" presStyleLbl="alignNode1" presStyleIdx="6" presStyleCnt="21"/>
      <dgm:spPr/>
    </dgm:pt>
    <dgm:pt modelId="{C33BB15C-3750-40CF-B31B-9B58C7EC5F2F}" type="pres">
      <dgm:prSet presAssocID="{7A1771DA-0CC7-4AA8-B08E-3810355A79C6}" presName="childtext" presStyleLbl="solidFgAcc1" presStyleIdx="0" presStyleCnt="3">
        <dgm:presLayoutVars>
          <dgm:chMax/>
          <dgm:chPref val="0"/>
          <dgm:bulletEnabled val="1"/>
        </dgm:presLayoutVars>
      </dgm:prSet>
      <dgm:spPr/>
    </dgm:pt>
    <dgm:pt modelId="{2DCF9026-8D6F-43B9-9A5C-02B1CFA7E2D0}" type="pres">
      <dgm:prSet presAssocID="{7F525DA5-55F8-415A-83B5-3AF53FC554F7}" presName="sibTrans" presStyleCnt="0"/>
      <dgm:spPr/>
    </dgm:pt>
    <dgm:pt modelId="{2DD9633D-9A3A-438E-967E-DC32483CB191}" type="pres">
      <dgm:prSet presAssocID="{1E8C34D5-F416-4999-83AE-CB4B6D2A96AB}" presName="parenttextcomposite" presStyleCnt="0"/>
      <dgm:spPr/>
    </dgm:pt>
    <dgm:pt modelId="{C9072DF9-18EB-4CDC-BBE8-112CE91E1A02}" type="pres">
      <dgm:prSet presAssocID="{1E8C34D5-F416-4999-83AE-CB4B6D2A96AB}" presName="parenttext" presStyleLbl="revTx" presStyleIdx="1" presStyleCnt="3">
        <dgm:presLayoutVars>
          <dgm:chMax/>
          <dgm:chPref val="2"/>
          <dgm:bulletEnabled val="1"/>
        </dgm:presLayoutVars>
      </dgm:prSet>
      <dgm:spPr/>
    </dgm:pt>
    <dgm:pt modelId="{9D894248-6D01-47BC-9C42-DE41AF68A54C}" type="pres">
      <dgm:prSet presAssocID="{1E8C34D5-F416-4999-83AE-CB4B6D2A96AB}" presName="composite" presStyleCnt="0"/>
      <dgm:spPr/>
    </dgm:pt>
    <dgm:pt modelId="{89438B05-8EA7-47E3-B729-0982FCE55544}" type="pres">
      <dgm:prSet presAssocID="{1E8C34D5-F416-4999-83AE-CB4B6D2A96AB}" presName="chevron1" presStyleLbl="alignNode1" presStyleIdx="7" presStyleCnt="21"/>
      <dgm:spPr/>
    </dgm:pt>
    <dgm:pt modelId="{032ED45C-9280-4284-A2AB-2EE800C03190}" type="pres">
      <dgm:prSet presAssocID="{1E8C34D5-F416-4999-83AE-CB4B6D2A96AB}" presName="chevron2" presStyleLbl="alignNode1" presStyleIdx="8" presStyleCnt="21"/>
      <dgm:spPr/>
    </dgm:pt>
    <dgm:pt modelId="{6E3582D3-14CA-4985-91A2-488704C0804C}" type="pres">
      <dgm:prSet presAssocID="{1E8C34D5-F416-4999-83AE-CB4B6D2A96AB}" presName="chevron3" presStyleLbl="alignNode1" presStyleIdx="9" presStyleCnt="21"/>
      <dgm:spPr/>
    </dgm:pt>
    <dgm:pt modelId="{82E333A4-7863-437A-9758-56FA898AF726}" type="pres">
      <dgm:prSet presAssocID="{1E8C34D5-F416-4999-83AE-CB4B6D2A96AB}" presName="chevron4" presStyleLbl="alignNode1" presStyleIdx="10" presStyleCnt="21"/>
      <dgm:spPr/>
    </dgm:pt>
    <dgm:pt modelId="{DCA7E94C-3B34-4EDB-982C-2B518B5F396D}" type="pres">
      <dgm:prSet presAssocID="{1E8C34D5-F416-4999-83AE-CB4B6D2A96AB}" presName="chevron5" presStyleLbl="alignNode1" presStyleIdx="11" presStyleCnt="21"/>
      <dgm:spPr/>
    </dgm:pt>
    <dgm:pt modelId="{B5910FCA-748A-49E5-B1EB-EB816DA581F6}" type="pres">
      <dgm:prSet presAssocID="{1E8C34D5-F416-4999-83AE-CB4B6D2A96AB}" presName="chevron6" presStyleLbl="alignNode1" presStyleIdx="12" presStyleCnt="21"/>
      <dgm:spPr/>
    </dgm:pt>
    <dgm:pt modelId="{DF20EEEF-560B-44EF-91DE-AA7CCADFDD80}" type="pres">
      <dgm:prSet presAssocID="{1E8C34D5-F416-4999-83AE-CB4B6D2A96AB}" presName="chevron7" presStyleLbl="alignNode1" presStyleIdx="13" presStyleCnt="21"/>
      <dgm:spPr/>
    </dgm:pt>
    <dgm:pt modelId="{6F386CA9-7F53-4811-801D-EA24FC6908D4}" type="pres">
      <dgm:prSet presAssocID="{1E8C34D5-F416-4999-83AE-CB4B6D2A96AB}" presName="childtext" presStyleLbl="solidFgAcc1" presStyleIdx="1" presStyleCnt="3">
        <dgm:presLayoutVars>
          <dgm:chMax/>
          <dgm:chPref val="0"/>
          <dgm:bulletEnabled val="1"/>
        </dgm:presLayoutVars>
      </dgm:prSet>
      <dgm:spPr/>
    </dgm:pt>
    <dgm:pt modelId="{B0840217-42E1-4768-81BF-68C4CD6F0957}" type="pres">
      <dgm:prSet presAssocID="{67F27520-C0B9-40CE-B11C-D599F781CD54}" presName="sibTrans" presStyleCnt="0"/>
      <dgm:spPr/>
    </dgm:pt>
    <dgm:pt modelId="{1D4B639A-A2BB-4006-93DC-7DBFC40D21B3}" type="pres">
      <dgm:prSet presAssocID="{9C24CBD2-860C-4035-84C3-2FB38685364B}" presName="parenttextcomposite" presStyleCnt="0"/>
      <dgm:spPr/>
    </dgm:pt>
    <dgm:pt modelId="{A135DA35-7AA1-4568-AFF8-AD2A6980BCD7}" type="pres">
      <dgm:prSet presAssocID="{9C24CBD2-860C-4035-84C3-2FB38685364B}" presName="parenttext" presStyleLbl="revTx" presStyleIdx="2" presStyleCnt="3">
        <dgm:presLayoutVars>
          <dgm:chMax/>
          <dgm:chPref val="2"/>
          <dgm:bulletEnabled val="1"/>
        </dgm:presLayoutVars>
      </dgm:prSet>
      <dgm:spPr/>
    </dgm:pt>
    <dgm:pt modelId="{F25F2505-6C4C-4577-A866-E2F6A8560FD0}" type="pres">
      <dgm:prSet presAssocID="{9C24CBD2-860C-4035-84C3-2FB38685364B}" presName="composite" presStyleCnt="0"/>
      <dgm:spPr/>
    </dgm:pt>
    <dgm:pt modelId="{73931CF5-309F-4D30-9085-FE8197EBB4CC}" type="pres">
      <dgm:prSet presAssocID="{9C24CBD2-860C-4035-84C3-2FB38685364B}" presName="chevron1" presStyleLbl="alignNode1" presStyleIdx="14" presStyleCnt="21"/>
      <dgm:spPr/>
    </dgm:pt>
    <dgm:pt modelId="{89E58619-B8FF-4DD9-A9FB-FC9DEDC1E27A}" type="pres">
      <dgm:prSet presAssocID="{9C24CBD2-860C-4035-84C3-2FB38685364B}" presName="chevron2" presStyleLbl="alignNode1" presStyleIdx="15" presStyleCnt="21"/>
      <dgm:spPr/>
    </dgm:pt>
    <dgm:pt modelId="{BB4AEF8A-BA58-4884-A2C5-59A68F1243E1}" type="pres">
      <dgm:prSet presAssocID="{9C24CBD2-860C-4035-84C3-2FB38685364B}" presName="chevron3" presStyleLbl="alignNode1" presStyleIdx="16" presStyleCnt="21"/>
      <dgm:spPr/>
    </dgm:pt>
    <dgm:pt modelId="{2865B863-BC23-464F-A236-CE9FF9A829E1}" type="pres">
      <dgm:prSet presAssocID="{9C24CBD2-860C-4035-84C3-2FB38685364B}" presName="chevron4" presStyleLbl="alignNode1" presStyleIdx="17" presStyleCnt="21"/>
      <dgm:spPr/>
    </dgm:pt>
    <dgm:pt modelId="{E374660F-4721-4B63-B3E9-EC44AFE0A204}" type="pres">
      <dgm:prSet presAssocID="{9C24CBD2-860C-4035-84C3-2FB38685364B}" presName="chevron5" presStyleLbl="alignNode1" presStyleIdx="18" presStyleCnt="21"/>
      <dgm:spPr/>
    </dgm:pt>
    <dgm:pt modelId="{1CE2BCEC-2101-4C70-9A2A-D141AA1C74CA}" type="pres">
      <dgm:prSet presAssocID="{9C24CBD2-860C-4035-84C3-2FB38685364B}" presName="chevron6" presStyleLbl="alignNode1" presStyleIdx="19" presStyleCnt="21"/>
      <dgm:spPr/>
    </dgm:pt>
    <dgm:pt modelId="{23FD6457-CCBF-437B-8B50-57DB0D2EBD7E}" type="pres">
      <dgm:prSet presAssocID="{9C24CBD2-860C-4035-84C3-2FB38685364B}" presName="chevron7" presStyleLbl="alignNode1" presStyleIdx="20" presStyleCnt="21"/>
      <dgm:spPr/>
    </dgm:pt>
    <dgm:pt modelId="{D1544A01-838D-4EC8-80F1-EAAD286D8A40}" type="pres">
      <dgm:prSet presAssocID="{9C24CBD2-860C-4035-84C3-2FB38685364B}" presName="childtext" presStyleLbl="solidFgAcc1" presStyleIdx="2" presStyleCnt="3">
        <dgm:presLayoutVars>
          <dgm:chMax/>
          <dgm:chPref val="0"/>
          <dgm:bulletEnabled val="1"/>
        </dgm:presLayoutVars>
      </dgm:prSet>
      <dgm:spPr/>
    </dgm:pt>
  </dgm:ptLst>
  <dgm:cxnLst>
    <dgm:cxn modelId="{B66BDA15-D000-4CDA-9FFD-348784B6B97C}" srcId="{B4E6EDFB-ABB4-4298-B80E-BD8881811321}" destId="{9C24CBD2-860C-4035-84C3-2FB38685364B}" srcOrd="2" destOrd="0" parTransId="{E1F5B7C3-CA0C-477B-BD64-B87998951E4F}" sibTransId="{74018EB8-C79A-47D4-BC43-17F30E443321}"/>
    <dgm:cxn modelId="{521A851B-99FA-44DD-9C9A-26CCC8E26EAA}" srcId="{7A1771DA-0CC7-4AA8-B08E-3810355A79C6}" destId="{F64EA062-562D-412C-B1E9-56AFCC3D67E0}" srcOrd="0" destOrd="0" parTransId="{AF96DCC8-58B7-4F1C-997D-70C521AAEA7B}" sibTransId="{C84EB4C5-D960-4907-81F2-758B58BEF146}"/>
    <dgm:cxn modelId="{D8CBA15C-D1AB-40F6-8361-8CC94DDEF8C7}" srcId="{1E8C34D5-F416-4999-83AE-CB4B6D2A96AB}" destId="{A594DA83-B8DC-46A8-9D5A-3112F63D4FA1}" srcOrd="0" destOrd="0" parTransId="{2E00A259-07C2-48AA-8219-32DA34BACF54}" sibTransId="{A397977D-AD9A-4525-96F2-3418CB8656E8}"/>
    <dgm:cxn modelId="{32A1475D-DC5F-406E-8C5B-3FF3EA1F5B3D}" type="presOf" srcId="{DFB19851-8BD9-468A-B111-490E1E034578}" destId="{D1544A01-838D-4EC8-80F1-EAAD286D8A40}" srcOrd="0" destOrd="0" presId="urn:microsoft.com/office/officeart/2008/layout/VerticalAccentList"/>
    <dgm:cxn modelId="{3B985E48-D975-462C-9F7C-85643CA95FDB}" srcId="{9C24CBD2-860C-4035-84C3-2FB38685364B}" destId="{DFB19851-8BD9-468A-B111-490E1E034578}" srcOrd="0" destOrd="0" parTransId="{0E04739D-F5F1-4CD9-AE57-35E77E535F53}" sibTransId="{ACD92798-5D1F-4C44-9707-B0F0D2A0B305}"/>
    <dgm:cxn modelId="{9B7CC369-C778-45E4-A6CE-7954C7DF5000}" type="presOf" srcId="{1E8C34D5-F416-4999-83AE-CB4B6D2A96AB}" destId="{C9072DF9-18EB-4CDC-BBE8-112CE91E1A02}" srcOrd="0" destOrd="0" presId="urn:microsoft.com/office/officeart/2008/layout/VerticalAccentList"/>
    <dgm:cxn modelId="{B309A856-C07C-4106-B5FD-934116D731A0}" type="presOf" srcId="{7A1771DA-0CC7-4AA8-B08E-3810355A79C6}" destId="{C832943A-CBB4-4D64-92ED-E96FD9588EF5}" srcOrd="0" destOrd="0" presId="urn:microsoft.com/office/officeart/2008/layout/VerticalAccentList"/>
    <dgm:cxn modelId="{08429B7D-3AA3-4197-A481-9717DA6A65F4}" type="presOf" srcId="{A594DA83-B8DC-46A8-9D5A-3112F63D4FA1}" destId="{6F386CA9-7F53-4811-801D-EA24FC6908D4}" srcOrd="0" destOrd="0" presId="urn:microsoft.com/office/officeart/2008/layout/VerticalAccentList"/>
    <dgm:cxn modelId="{41C46188-A87B-4DA4-AC44-695C2F7995B3}" type="presOf" srcId="{9C24CBD2-860C-4035-84C3-2FB38685364B}" destId="{A135DA35-7AA1-4568-AFF8-AD2A6980BCD7}" srcOrd="0" destOrd="0" presId="urn:microsoft.com/office/officeart/2008/layout/VerticalAccentList"/>
    <dgm:cxn modelId="{6C0CD88D-938E-4840-9446-56756E1A1E55}" srcId="{B4E6EDFB-ABB4-4298-B80E-BD8881811321}" destId="{1E8C34D5-F416-4999-83AE-CB4B6D2A96AB}" srcOrd="1" destOrd="0" parTransId="{6A884CC2-7AA8-40F3-9F76-5276263167AA}" sibTransId="{67F27520-C0B9-40CE-B11C-D599F781CD54}"/>
    <dgm:cxn modelId="{A572799B-CCD2-49F7-A56E-C039ACFD4771}" srcId="{B4E6EDFB-ABB4-4298-B80E-BD8881811321}" destId="{7A1771DA-0CC7-4AA8-B08E-3810355A79C6}" srcOrd="0" destOrd="0" parTransId="{4E82E93B-902D-42AA-A19C-4D36B72FF092}" sibTransId="{7F525DA5-55F8-415A-83B5-3AF53FC554F7}"/>
    <dgm:cxn modelId="{537CDBE7-43F2-45AB-BE54-32B664FF50F9}" type="presOf" srcId="{F64EA062-562D-412C-B1E9-56AFCC3D67E0}" destId="{C33BB15C-3750-40CF-B31B-9B58C7EC5F2F}" srcOrd="0" destOrd="0" presId="urn:microsoft.com/office/officeart/2008/layout/VerticalAccentList"/>
    <dgm:cxn modelId="{F44CDED9-6D56-4A8B-A7E6-FFCFEA81C034}" type="presOf" srcId="{B4E6EDFB-ABB4-4298-B80E-BD8881811321}" destId="{ACAA299D-4B48-472C-9945-60097E14F024}" srcOrd="0" destOrd="0" presId="urn:microsoft.com/office/officeart/2008/layout/VerticalAccentList"/>
    <dgm:cxn modelId="{3A3C9D31-E776-477D-8307-2D66EF38CBD3}" type="presParOf" srcId="{ACAA299D-4B48-472C-9945-60097E14F024}" destId="{B57F2622-242D-4836-90BA-5A6109EA83AB}" srcOrd="0" destOrd="0" presId="urn:microsoft.com/office/officeart/2008/layout/VerticalAccentList"/>
    <dgm:cxn modelId="{489E8629-D588-4540-ABAB-7B581446ED25}" type="presParOf" srcId="{B57F2622-242D-4836-90BA-5A6109EA83AB}" destId="{C832943A-CBB4-4D64-92ED-E96FD9588EF5}" srcOrd="0" destOrd="0" presId="urn:microsoft.com/office/officeart/2008/layout/VerticalAccentList"/>
    <dgm:cxn modelId="{8A0BBFA6-CDB3-4C10-9814-9C259D1A3149}" type="presParOf" srcId="{ACAA299D-4B48-472C-9945-60097E14F024}" destId="{98BF6801-BBC9-47E9-9DF2-D2844597671D}" srcOrd="1" destOrd="0" presId="urn:microsoft.com/office/officeart/2008/layout/VerticalAccentList"/>
    <dgm:cxn modelId="{F0F03158-D11C-4DD6-9775-CED899BCE95F}" type="presParOf" srcId="{98BF6801-BBC9-47E9-9DF2-D2844597671D}" destId="{7E4CE4C6-539D-4C50-A3E4-9980217AA80C}" srcOrd="0" destOrd="0" presId="urn:microsoft.com/office/officeart/2008/layout/VerticalAccentList"/>
    <dgm:cxn modelId="{699207C5-4534-41D9-9D24-A8AD84388973}" type="presParOf" srcId="{98BF6801-BBC9-47E9-9DF2-D2844597671D}" destId="{70EEDF79-D20D-4AF6-9872-3CFD71820A93}" srcOrd="1" destOrd="0" presId="urn:microsoft.com/office/officeart/2008/layout/VerticalAccentList"/>
    <dgm:cxn modelId="{4503A27E-A202-424E-AC55-2DF160BF5C3A}" type="presParOf" srcId="{98BF6801-BBC9-47E9-9DF2-D2844597671D}" destId="{6CCBE117-FC5A-4D3F-9AA3-C9C7E103652E}" srcOrd="2" destOrd="0" presId="urn:microsoft.com/office/officeart/2008/layout/VerticalAccentList"/>
    <dgm:cxn modelId="{CEC3BBD7-2DCE-43AA-A30C-4D7B6F2D54ED}" type="presParOf" srcId="{98BF6801-BBC9-47E9-9DF2-D2844597671D}" destId="{3421F52C-6659-48F9-A125-5DB10B85DF9E}" srcOrd="3" destOrd="0" presId="urn:microsoft.com/office/officeart/2008/layout/VerticalAccentList"/>
    <dgm:cxn modelId="{7B120AEA-236B-4A3D-942A-3ED1DB08EA26}" type="presParOf" srcId="{98BF6801-BBC9-47E9-9DF2-D2844597671D}" destId="{81FF3F52-74E7-43C7-AD4A-CE20F191D832}" srcOrd="4" destOrd="0" presId="urn:microsoft.com/office/officeart/2008/layout/VerticalAccentList"/>
    <dgm:cxn modelId="{A42B7CF7-EEDD-4932-BBE9-2C21CB45A107}" type="presParOf" srcId="{98BF6801-BBC9-47E9-9DF2-D2844597671D}" destId="{0C748521-1B54-49CB-97C8-F64A1715D158}" srcOrd="5" destOrd="0" presId="urn:microsoft.com/office/officeart/2008/layout/VerticalAccentList"/>
    <dgm:cxn modelId="{BFBD4792-55D7-453F-93D6-30F8ECA027EC}" type="presParOf" srcId="{98BF6801-BBC9-47E9-9DF2-D2844597671D}" destId="{80DD34E7-66F5-4702-96FF-411928B1DDC6}" srcOrd="6" destOrd="0" presId="urn:microsoft.com/office/officeart/2008/layout/VerticalAccentList"/>
    <dgm:cxn modelId="{1457214F-EEBA-4148-A382-2B90C3882CAC}" type="presParOf" srcId="{98BF6801-BBC9-47E9-9DF2-D2844597671D}" destId="{C33BB15C-3750-40CF-B31B-9B58C7EC5F2F}" srcOrd="7" destOrd="0" presId="urn:microsoft.com/office/officeart/2008/layout/VerticalAccentList"/>
    <dgm:cxn modelId="{68789D73-95B4-49FE-BD29-5A01C5BDD469}" type="presParOf" srcId="{ACAA299D-4B48-472C-9945-60097E14F024}" destId="{2DCF9026-8D6F-43B9-9A5C-02B1CFA7E2D0}" srcOrd="2" destOrd="0" presId="urn:microsoft.com/office/officeart/2008/layout/VerticalAccentList"/>
    <dgm:cxn modelId="{18BC6622-0C83-4DD7-ADB6-94D8841D064C}" type="presParOf" srcId="{ACAA299D-4B48-472C-9945-60097E14F024}" destId="{2DD9633D-9A3A-438E-967E-DC32483CB191}" srcOrd="3" destOrd="0" presId="urn:microsoft.com/office/officeart/2008/layout/VerticalAccentList"/>
    <dgm:cxn modelId="{29D57CEF-B129-45C4-B76A-D6654C50D2F7}" type="presParOf" srcId="{2DD9633D-9A3A-438E-967E-DC32483CB191}" destId="{C9072DF9-18EB-4CDC-BBE8-112CE91E1A02}" srcOrd="0" destOrd="0" presId="urn:microsoft.com/office/officeart/2008/layout/VerticalAccentList"/>
    <dgm:cxn modelId="{0F5CA1CE-EFD9-45AF-81A2-077FEF79EB6B}" type="presParOf" srcId="{ACAA299D-4B48-472C-9945-60097E14F024}" destId="{9D894248-6D01-47BC-9C42-DE41AF68A54C}" srcOrd="4" destOrd="0" presId="urn:microsoft.com/office/officeart/2008/layout/VerticalAccentList"/>
    <dgm:cxn modelId="{75F6E4B7-65D0-4B7D-981A-58D0B6228642}" type="presParOf" srcId="{9D894248-6D01-47BC-9C42-DE41AF68A54C}" destId="{89438B05-8EA7-47E3-B729-0982FCE55544}" srcOrd="0" destOrd="0" presId="urn:microsoft.com/office/officeart/2008/layout/VerticalAccentList"/>
    <dgm:cxn modelId="{B1C6EDDE-CC7F-45F1-9B45-166B2CA857AA}" type="presParOf" srcId="{9D894248-6D01-47BC-9C42-DE41AF68A54C}" destId="{032ED45C-9280-4284-A2AB-2EE800C03190}" srcOrd="1" destOrd="0" presId="urn:microsoft.com/office/officeart/2008/layout/VerticalAccentList"/>
    <dgm:cxn modelId="{85D9DF4A-CC07-48A2-95A3-1DF5FF0D6527}" type="presParOf" srcId="{9D894248-6D01-47BC-9C42-DE41AF68A54C}" destId="{6E3582D3-14CA-4985-91A2-488704C0804C}" srcOrd="2" destOrd="0" presId="urn:microsoft.com/office/officeart/2008/layout/VerticalAccentList"/>
    <dgm:cxn modelId="{19CA6CB5-CEE2-4C10-A1CC-C7835DA3AF53}" type="presParOf" srcId="{9D894248-6D01-47BC-9C42-DE41AF68A54C}" destId="{82E333A4-7863-437A-9758-56FA898AF726}" srcOrd="3" destOrd="0" presId="urn:microsoft.com/office/officeart/2008/layout/VerticalAccentList"/>
    <dgm:cxn modelId="{5AD66CDB-1A18-481A-ADC4-3034CE679522}" type="presParOf" srcId="{9D894248-6D01-47BC-9C42-DE41AF68A54C}" destId="{DCA7E94C-3B34-4EDB-982C-2B518B5F396D}" srcOrd="4" destOrd="0" presId="urn:microsoft.com/office/officeart/2008/layout/VerticalAccentList"/>
    <dgm:cxn modelId="{6024F77F-24EF-4C64-94D0-8C5DFCBABA28}" type="presParOf" srcId="{9D894248-6D01-47BC-9C42-DE41AF68A54C}" destId="{B5910FCA-748A-49E5-B1EB-EB816DA581F6}" srcOrd="5" destOrd="0" presId="urn:microsoft.com/office/officeart/2008/layout/VerticalAccentList"/>
    <dgm:cxn modelId="{7EF0BA81-BEFE-4904-AE58-3D63FDDFFB96}" type="presParOf" srcId="{9D894248-6D01-47BC-9C42-DE41AF68A54C}" destId="{DF20EEEF-560B-44EF-91DE-AA7CCADFDD80}" srcOrd="6" destOrd="0" presId="urn:microsoft.com/office/officeart/2008/layout/VerticalAccentList"/>
    <dgm:cxn modelId="{81B880BC-C62B-474B-B287-69CADA7475C9}" type="presParOf" srcId="{9D894248-6D01-47BC-9C42-DE41AF68A54C}" destId="{6F386CA9-7F53-4811-801D-EA24FC6908D4}" srcOrd="7" destOrd="0" presId="urn:microsoft.com/office/officeart/2008/layout/VerticalAccentList"/>
    <dgm:cxn modelId="{C81C4409-095E-4C34-AB41-88CAE2BD51B2}" type="presParOf" srcId="{ACAA299D-4B48-472C-9945-60097E14F024}" destId="{B0840217-42E1-4768-81BF-68C4CD6F0957}" srcOrd="5" destOrd="0" presId="urn:microsoft.com/office/officeart/2008/layout/VerticalAccentList"/>
    <dgm:cxn modelId="{B1016DCB-2CAE-4137-A3F9-7D22A34D7F87}" type="presParOf" srcId="{ACAA299D-4B48-472C-9945-60097E14F024}" destId="{1D4B639A-A2BB-4006-93DC-7DBFC40D21B3}" srcOrd="6" destOrd="0" presId="urn:microsoft.com/office/officeart/2008/layout/VerticalAccentList"/>
    <dgm:cxn modelId="{80ACB47C-F17B-4356-8AE1-84EB409259C7}" type="presParOf" srcId="{1D4B639A-A2BB-4006-93DC-7DBFC40D21B3}" destId="{A135DA35-7AA1-4568-AFF8-AD2A6980BCD7}" srcOrd="0" destOrd="0" presId="urn:microsoft.com/office/officeart/2008/layout/VerticalAccentList"/>
    <dgm:cxn modelId="{9BDCEC7F-B070-4680-8178-8CE3EC4F445C}" type="presParOf" srcId="{ACAA299D-4B48-472C-9945-60097E14F024}" destId="{F25F2505-6C4C-4577-A866-E2F6A8560FD0}" srcOrd="7" destOrd="0" presId="urn:microsoft.com/office/officeart/2008/layout/VerticalAccentList"/>
    <dgm:cxn modelId="{063D2029-E6F1-421B-B2E9-1A4FDCCF220A}" type="presParOf" srcId="{F25F2505-6C4C-4577-A866-E2F6A8560FD0}" destId="{73931CF5-309F-4D30-9085-FE8197EBB4CC}" srcOrd="0" destOrd="0" presId="urn:microsoft.com/office/officeart/2008/layout/VerticalAccentList"/>
    <dgm:cxn modelId="{61D9D50B-639D-4EE1-BFD2-8548BC76DF43}" type="presParOf" srcId="{F25F2505-6C4C-4577-A866-E2F6A8560FD0}" destId="{89E58619-B8FF-4DD9-A9FB-FC9DEDC1E27A}" srcOrd="1" destOrd="0" presId="urn:microsoft.com/office/officeart/2008/layout/VerticalAccentList"/>
    <dgm:cxn modelId="{771159F7-FEB7-4807-903E-B9EBE18FDDEC}" type="presParOf" srcId="{F25F2505-6C4C-4577-A866-E2F6A8560FD0}" destId="{BB4AEF8A-BA58-4884-A2C5-59A68F1243E1}" srcOrd="2" destOrd="0" presId="urn:microsoft.com/office/officeart/2008/layout/VerticalAccentList"/>
    <dgm:cxn modelId="{F3EFCBFB-9F17-48BF-82F2-BB13D9D50DFB}" type="presParOf" srcId="{F25F2505-6C4C-4577-A866-E2F6A8560FD0}" destId="{2865B863-BC23-464F-A236-CE9FF9A829E1}" srcOrd="3" destOrd="0" presId="urn:microsoft.com/office/officeart/2008/layout/VerticalAccentList"/>
    <dgm:cxn modelId="{6B90A6D0-458C-4F06-84F5-F04466C7BF7A}" type="presParOf" srcId="{F25F2505-6C4C-4577-A866-E2F6A8560FD0}" destId="{E374660F-4721-4B63-B3E9-EC44AFE0A204}" srcOrd="4" destOrd="0" presId="urn:microsoft.com/office/officeart/2008/layout/VerticalAccentList"/>
    <dgm:cxn modelId="{5698DED0-3507-49E6-A190-43B5045BE51F}" type="presParOf" srcId="{F25F2505-6C4C-4577-A866-E2F6A8560FD0}" destId="{1CE2BCEC-2101-4C70-9A2A-D141AA1C74CA}" srcOrd="5" destOrd="0" presId="urn:microsoft.com/office/officeart/2008/layout/VerticalAccentList"/>
    <dgm:cxn modelId="{2DF2AC25-0B47-4B13-A4A9-E051B2CA29C9}" type="presParOf" srcId="{F25F2505-6C4C-4577-A866-E2F6A8560FD0}" destId="{23FD6457-CCBF-437B-8B50-57DB0D2EBD7E}" srcOrd="6" destOrd="0" presId="urn:microsoft.com/office/officeart/2008/layout/VerticalAccentList"/>
    <dgm:cxn modelId="{E8C075B5-B9DF-4C6B-A4E1-C112F1852B94}" type="presParOf" srcId="{F25F2505-6C4C-4577-A866-E2F6A8560FD0}" destId="{D1544A01-838D-4EC8-80F1-EAAD286D8A40}" srcOrd="7" destOrd="0" presId="urn:microsoft.com/office/officeart/2008/layout/VerticalAccent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32943A-CBB4-4D64-92ED-E96FD9588EF5}">
      <dsp:nvSpPr>
        <dsp:cNvPr id="0" name=""/>
        <dsp:cNvSpPr/>
      </dsp:nvSpPr>
      <dsp:spPr>
        <a:xfrm>
          <a:off x="354060" y="1001"/>
          <a:ext cx="2815444" cy="2559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b" anchorCtr="0">
          <a:noAutofit/>
        </a:bodyPr>
        <a:lstStyle/>
        <a:p>
          <a:pPr marL="0" lvl="0" indent="0" algn="l" defTabSz="622300">
            <a:lnSpc>
              <a:spcPct val="90000"/>
            </a:lnSpc>
            <a:spcBef>
              <a:spcPct val="0"/>
            </a:spcBef>
            <a:spcAft>
              <a:spcPct val="35000"/>
            </a:spcAft>
            <a:buNone/>
          </a:pPr>
          <a:r>
            <a:rPr lang="en-US" sz="1400" b="1" i="0" kern="1200" dirty="0">
              <a:solidFill>
                <a:srgbClr val="003F2D"/>
              </a:solidFill>
              <a:latin typeface="TD Graphik Semilight" panose="020B0503030202060203"/>
              <a:ea typeface="Urbanist"/>
              <a:cs typeface="Urbanist"/>
            </a:rPr>
            <a:t>Most Valuable = </a:t>
          </a:r>
        </a:p>
      </dsp:txBody>
      <dsp:txXfrm>
        <a:off x="354060" y="1001"/>
        <a:ext cx="2815444" cy="255949"/>
      </dsp:txXfrm>
    </dsp:sp>
    <dsp:sp modelId="{7E4CE4C6-539D-4C50-A3E4-9980217AA80C}">
      <dsp:nvSpPr>
        <dsp:cNvPr id="0" name=""/>
        <dsp:cNvSpPr/>
      </dsp:nvSpPr>
      <dsp:spPr>
        <a:xfrm>
          <a:off x="354060" y="256950"/>
          <a:ext cx="658813" cy="521378"/>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EEDF79-D20D-4AF6-9872-3CFD71820A93}">
      <dsp:nvSpPr>
        <dsp:cNvPr id="0" name=""/>
        <dsp:cNvSpPr/>
      </dsp:nvSpPr>
      <dsp:spPr>
        <a:xfrm>
          <a:off x="749786" y="256950"/>
          <a:ext cx="658813" cy="521378"/>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CBE117-FC5A-4D3F-9AA3-C9C7E103652E}">
      <dsp:nvSpPr>
        <dsp:cNvPr id="0" name=""/>
        <dsp:cNvSpPr/>
      </dsp:nvSpPr>
      <dsp:spPr>
        <a:xfrm>
          <a:off x="1145825" y="256950"/>
          <a:ext cx="658813" cy="521378"/>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21F52C-6659-48F9-A125-5DB10B85DF9E}">
      <dsp:nvSpPr>
        <dsp:cNvPr id="0" name=""/>
        <dsp:cNvSpPr/>
      </dsp:nvSpPr>
      <dsp:spPr>
        <a:xfrm>
          <a:off x="1541552" y="256950"/>
          <a:ext cx="658813" cy="521378"/>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FF3F52-74E7-43C7-AD4A-CE20F191D832}">
      <dsp:nvSpPr>
        <dsp:cNvPr id="0" name=""/>
        <dsp:cNvSpPr/>
      </dsp:nvSpPr>
      <dsp:spPr>
        <a:xfrm>
          <a:off x="1937591" y="256950"/>
          <a:ext cx="658813" cy="521378"/>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748521-1B54-49CB-97C8-F64A1715D158}">
      <dsp:nvSpPr>
        <dsp:cNvPr id="0" name=""/>
        <dsp:cNvSpPr/>
      </dsp:nvSpPr>
      <dsp:spPr>
        <a:xfrm>
          <a:off x="2333317" y="256950"/>
          <a:ext cx="658813" cy="521378"/>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DD34E7-66F5-4702-96FF-411928B1DDC6}">
      <dsp:nvSpPr>
        <dsp:cNvPr id="0" name=""/>
        <dsp:cNvSpPr/>
      </dsp:nvSpPr>
      <dsp:spPr>
        <a:xfrm>
          <a:off x="2729356" y="256950"/>
          <a:ext cx="658813" cy="521378"/>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3BB15C-3750-40CF-B31B-9B58C7EC5F2F}">
      <dsp:nvSpPr>
        <dsp:cNvPr id="0" name=""/>
        <dsp:cNvSpPr/>
      </dsp:nvSpPr>
      <dsp:spPr>
        <a:xfrm>
          <a:off x="354060" y="309088"/>
          <a:ext cx="2852044" cy="417102"/>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l" defTabSz="622300">
            <a:lnSpc>
              <a:spcPct val="90000"/>
            </a:lnSpc>
            <a:spcBef>
              <a:spcPct val="0"/>
            </a:spcBef>
            <a:spcAft>
              <a:spcPct val="35000"/>
            </a:spcAft>
            <a:buNone/>
          </a:pPr>
          <a:r>
            <a:rPr lang="en-US" sz="1400" b="0" i="0" kern="1200" dirty="0">
              <a:solidFill>
                <a:srgbClr val="1C1C1C"/>
              </a:solidFill>
              <a:latin typeface="TD Graphik Semilight" panose="020B0503030202060203" pitchFamily="34" charset="77"/>
              <a:ea typeface="+mn-ea"/>
              <a:cs typeface="+mn-cs"/>
            </a:rPr>
            <a:t>High spend + High redemption </a:t>
          </a:r>
        </a:p>
      </dsp:txBody>
      <dsp:txXfrm>
        <a:off x="354060" y="309088"/>
        <a:ext cx="2852044" cy="417102"/>
      </dsp:txXfrm>
    </dsp:sp>
    <dsp:sp modelId="{C9072DF9-18EB-4CDC-BBE8-112CE91E1A02}">
      <dsp:nvSpPr>
        <dsp:cNvPr id="0" name=""/>
        <dsp:cNvSpPr/>
      </dsp:nvSpPr>
      <dsp:spPr>
        <a:xfrm>
          <a:off x="354060" y="818700"/>
          <a:ext cx="2815444" cy="2559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b" anchorCtr="0">
          <a:noAutofit/>
        </a:bodyPr>
        <a:lstStyle/>
        <a:p>
          <a:pPr marL="0" lvl="0" indent="0" algn="l" defTabSz="622300">
            <a:lnSpc>
              <a:spcPct val="90000"/>
            </a:lnSpc>
            <a:spcBef>
              <a:spcPct val="0"/>
            </a:spcBef>
            <a:spcAft>
              <a:spcPct val="35000"/>
            </a:spcAft>
            <a:buNone/>
          </a:pPr>
          <a:r>
            <a:rPr lang="en-US" sz="1400" b="1" i="0" kern="1200" dirty="0">
              <a:solidFill>
                <a:srgbClr val="003F2D"/>
              </a:solidFill>
              <a:latin typeface="TD Graphik Semilight" panose="020B0503030202060203"/>
              <a:ea typeface="Urbanist"/>
              <a:cs typeface="Urbanist"/>
            </a:rPr>
            <a:t>Cost Heavy= </a:t>
          </a:r>
        </a:p>
      </dsp:txBody>
      <dsp:txXfrm>
        <a:off x="354060" y="818700"/>
        <a:ext cx="2815444" cy="255949"/>
      </dsp:txXfrm>
    </dsp:sp>
    <dsp:sp modelId="{89438B05-8EA7-47E3-B729-0982FCE55544}">
      <dsp:nvSpPr>
        <dsp:cNvPr id="0" name=""/>
        <dsp:cNvSpPr/>
      </dsp:nvSpPr>
      <dsp:spPr>
        <a:xfrm>
          <a:off x="354060" y="1074649"/>
          <a:ext cx="658813" cy="521378"/>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2ED45C-9280-4284-A2AB-2EE800C03190}">
      <dsp:nvSpPr>
        <dsp:cNvPr id="0" name=""/>
        <dsp:cNvSpPr/>
      </dsp:nvSpPr>
      <dsp:spPr>
        <a:xfrm>
          <a:off x="749786" y="1074649"/>
          <a:ext cx="658813" cy="521378"/>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3582D3-14CA-4985-91A2-488704C0804C}">
      <dsp:nvSpPr>
        <dsp:cNvPr id="0" name=""/>
        <dsp:cNvSpPr/>
      </dsp:nvSpPr>
      <dsp:spPr>
        <a:xfrm>
          <a:off x="1145825" y="1074649"/>
          <a:ext cx="658813" cy="521378"/>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E333A4-7863-437A-9758-56FA898AF726}">
      <dsp:nvSpPr>
        <dsp:cNvPr id="0" name=""/>
        <dsp:cNvSpPr/>
      </dsp:nvSpPr>
      <dsp:spPr>
        <a:xfrm>
          <a:off x="1541552" y="1074649"/>
          <a:ext cx="658813" cy="521378"/>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A7E94C-3B34-4EDB-982C-2B518B5F396D}">
      <dsp:nvSpPr>
        <dsp:cNvPr id="0" name=""/>
        <dsp:cNvSpPr/>
      </dsp:nvSpPr>
      <dsp:spPr>
        <a:xfrm>
          <a:off x="1937591" y="1074649"/>
          <a:ext cx="658813" cy="521378"/>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5910FCA-748A-49E5-B1EB-EB816DA581F6}">
      <dsp:nvSpPr>
        <dsp:cNvPr id="0" name=""/>
        <dsp:cNvSpPr/>
      </dsp:nvSpPr>
      <dsp:spPr>
        <a:xfrm>
          <a:off x="2333317" y="1074649"/>
          <a:ext cx="658813" cy="521378"/>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20EEEF-560B-44EF-91DE-AA7CCADFDD80}">
      <dsp:nvSpPr>
        <dsp:cNvPr id="0" name=""/>
        <dsp:cNvSpPr/>
      </dsp:nvSpPr>
      <dsp:spPr>
        <a:xfrm>
          <a:off x="2729356" y="1074649"/>
          <a:ext cx="658813" cy="521378"/>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386CA9-7F53-4811-801D-EA24FC6908D4}">
      <dsp:nvSpPr>
        <dsp:cNvPr id="0" name=""/>
        <dsp:cNvSpPr/>
      </dsp:nvSpPr>
      <dsp:spPr>
        <a:xfrm>
          <a:off x="354060" y="1126787"/>
          <a:ext cx="2852044" cy="417102"/>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l" defTabSz="622300">
            <a:lnSpc>
              <a:spcPct val="90000"/>
            </a:lnSpc>
            <a:spcBef>
              <a:spcPct val="0"/>
            </a:spcBef>
            <a:spcAft>
              <a:spcPct val="35000"/>
            </a:spcAft>
            <a:buNone/>
          </a:pPr>
          <a:r>
            <a:rPr lang="en-US" sz="1400" b="0" kern="1200" dirty="0">
              <a:latin typeface="TD Graphik Regular" panose="020B0503030202060203" pitchFamily="34" charset="0"/>
            </a:rPr>
            <a:t>Low spend + High redemption</a:t>
          </a:r>
        </a:p>
      </dsp:txBody>
      <dsp:txXfrm>
        <a:off x="354060" y="1126787"/>
        <a:ext cx="2852044" cy="417102"/>
      </dsp:txXfrm>
    </dsp:sp>
    <dsp:sp modelId="{A135DA35-7AA1-4568-AFF8-AD2A6980BCD7}">
      <dsp:nvSpPr>
        <dsp:cNvPr id="0" name=""/>
        <dsp:cNvSpPr/>
      </dsp:nvSpPr>
      <dsp:spPr>
        <a:xfrm>
          <a:off x="354060" y="1636399"/>
          <a:ext cx="2815444" cy="2559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b" anchorCtr="0">
          <a:noAutofit/>
        </a:bodyPr>
        <a:lstStyle/>
        <a:p>
          <a:pPr marL="0" lvl="0" indent="0" algn="l" defTabSz="622300">
            <a:lnSpc>
              <a:spcPct val="90000"/>
            </a:lnSpc>
            <a:spcBef>
              <a:spcPct val="0"/>
            </a:spcBef>
            <a:spcAft>
              <a:spcPct val="35000"/>
            </a:spcAft>
            <a:buNone/>
          </a:pPr>
          <a:r>
            <a:rPr lang="en-US" sz="1400" b="1" i="0" kern="1200" dirty="0">
              <a:solidFill>
                <a:srgbClr val="003F2D"/>
              </a:solidFill>
              <a:latin typeface="TD Graphik Semilight" panose="020B0503030202060203"/>
              <a:ea typeface="Urbanist"/>
              <a:cs typeface="Urbanist"/>
            </a:rPr>
            <a:t>Untapped opportunity = </a:t>
          </a:r>
        </a:p>
      </dsp:txBody>
      <dsp:txXfrm>
        <a:off x="354060" y="1636399"/>
        <a:ext cx="2815444" cy="255949"/>
      </dsp:txXfrm>
    </dsp:sp>
    <dsp:sp modelId="{73931CF5-309F-4D30-9085-FE8197EBB4CC}">
      <dsp:nvSpPr>
        <dsp:cNvPr id="0" name=""/>
        <dsp:cNvSpPr/>
      </dsp:nvSpPr>
      <dsp:spPr>
        <a:xfrm>
          <a:off x="354060" y="1892349"/>
          <a:ext cx="658813" cy="521378"/>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E58619-B8FF-4DD9-A9FB-FC9DEDC1E27A}">
      <dsp:nvSpPr>
        <dsp:cNvPr id="0" name=""/>
        <dsp:cNvSpPr/>
      </dsp:nvSpPr>
      <dsp:spPr>
        <a:xfrm>
          <a:off x="749786" y="1892349"/>
          <a:ext cx="658813" cy="521378"/>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4AEF8A-BA58-4884-A2C5-59A68F1243E1}">
      <dsp:nvSpPr>
        <dsp:cNvPr id="0" name=""/>
        <dsp:cNvSpPr/>
      </dsp:nvSpPr>
      <dsp:spPr>
        <a:xfrm>
          <a:off x="1145825" y="1892349"/>
          <a:ext cx="658813" cy="521378"/>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65B863-BC23-464F-A236-CE9FF9A829E1}">
      <dsp:nvSpPr>
        <dsp:cNvPr id="0" name=""/>
        <dsp:cNvSpPr/>
      </dsp:nvSpPr>
      <dsp:spPr>
        <a:xfrm>
          <a:off x="1541552" y="1892349"/>
          <a:ext cx="658813" cy="521378"/>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74660F-4721-4B63-B3E9-EC44AFE0A204}">
      <dsp:nvSpPr>
        <dsp:cNvPr id="0" name=""/>
        <dsp:cNvSpPr/>
      </dsp:nvSpPr>
      <dsp:spPr>
        <a:xfrm>
          <a:off x="1937591" y="1892349"/>
          <a:ext cx="658813" cy="521378"/>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E2BCEC-2101-4C70-9A2A-D141AA1C74CA}">
      <dsp:nvSpPr>
        <dsp:cNvPr id="0" name=""/>
        <dsp:cNvSpPr/>
      </dsp:nvSpPr>
      <dsp:spPr>
        <a:xfrm>
          <a:off x="2333317" y="1892349"/>
          <a:ext cx="658813" cy="521378"/>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FD6457-CCBF-437B-8B50-57DB0D2EBD7E}">
      <dsp:nvSpPr>
        <dsp:cNvPr id="0" name=""/>
        <dsp:cNvSpPr/>
      </dsp:nvSpPr>
      <dsp:spPr>
        <a:xfrm>
          <a:off x="2729356" y="1892349"/>
          <a:ext cx="658813" cy="521378"/>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544A01-838D-4EC8-80F1-EAAD286D8A40}">
      <dsp:nvSpPr>
        <dsp:cNvPr id="0" name=""/>
        <dsp:cNvSpPr/>
      </dsp:nvSpPr>
      <dsp:spPr>
        <a:xfrm>
          <a:off x="354060" y="1944487"/>
          <a:ext cx="2852044" cy="417102"/>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l" defTabSz="622300">
            <a:lnSpc>
              <a:spcPct val="90000"/>
            </a:lnSpc>
            <a:spcBef>
              <a:spcPct val="0"/>
            </a:spcBef>
            <a:spcAft>
              <a:spcPct val="35000"/>
            </a:spcAft>
            <a:buNone/>
          </a:pPr>
          <a:r>
            <a:rPr lang="en-US" sz="1400" kern="1200" dirty="0">
              <a:latin typeface="TD Graphik Regular" panose="020B0503030202060203" pitchFamily="34" charset="0"/>
            </a:rPr>
            <a:t>High spend + Low redemption</a:t>
          </a:r>
          <a:r>
            <a:rPr lang="en-US" sz="1800" kern="1200" dirty="0"/>
            <a:t>	</a:t>
          </a:r>
        </a:p>
      </dsp:txBody>
      <dsp:txXfrm>
        <a:off x="354060" y="1944487"/>
        <a:ext cx="2852044" cy="417102"/>
      </dsp:txXfrm>
    </dsp:sp>
  </dsp:spTree>
</dsp:drawing>
</file>

<file path=ppt/diagrams/layout1.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13657A0-A879-4A85-91FF-B3AC2CC03B2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43C70E6-E764-3758-7C8A-1C8D41A069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E6B54FB-ED72-024A-A794-1714F3164C81}" type="datetimeFigureOut">
              <a:rPr lang="en-US" smtClean="0"/>
              <a:t>5/22/2026</a:t>
            </a:fld>
            <a:endParaRPr lang="en-US"/>
          </a:p>
        </p:txBody>
      </p:sp>
      <p:sp>
        <p:nvSpPr>
          <p:cNvPr id="4" name="Footer Placeholder 3">
            <a:extLst>
              <a:ext uri="{FF2B5EF4-FFF2-40B4-BE49-F238E27FC236}">
                <a16:creationId xmlns:a16="http://schemas.microsoft.com/office/drawing/2014/main" id="{C292F22E-6C1E-E981-99A2-A45468C1083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B370CDE-4734-3457-111E-C3342D9A860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493305-84C8-3D40-8333-A28A5EC02943}" type="slidenum">
              <a:rPr lang="en-US" smtClean="0"/>
              <a:t>‹#›</a:t>
            </a:fld>
            <a:endParaRPr lang="en-US"/>
          </a:p>
        </p:txBody>
      </p:sp>
    </p:spTree>
    <p:extLst>
      <p:ext uri="{BB962C8B-B14F-4D97-AF65-F5344CB8AC3E}">
        <p14:creationId xmlns:p14="http://schemas.microsoft.com/office/powerpoint/2010/main" val="33215466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4B226F-A8D4-F643-B760-C066AEFF5621}" type="datetimeFigureOut">
              <a:rPr lang="en-US" smtClean="0"/>
              <a:t>5/22/2026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D78242-B2C6-C745-A9AC-FF76B87510A6}" type="slidenum">
              <a:rPr lang="en-US" smtClean="0"/>
              <a:t>‹#›</a:t>
            </a:fld>
            <a:endParaRPr lang="en-US"/>
          </a:p>
        </p:txBody>
      </p:sp>
    </p:spTree>
    <p:extLst>
      <p:ext uri="{BB962C8B-B14F-4D97-AF65-F5344CB8AC3E}">
        <p14:creationId xmlns:p14="http://schemas.microsoft.com/office/powerpoint/2010/main" val="124930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our team is excited to walk you through our analysis of the 'Human &amp; Simple' proposal for the TD Biz Jam. </a:t>
            </a:r>
            <a:br>
              <a:rPr lang="en-US" dirty="0"/>
            </a:br>
            <a:br>
              <a:rPr lang="en-US" dirty="0"/>
            </a:br>
            <a:r>
              <a:rPr lang="en-US" dirty="0"/>
              <a:t>We are going to share a strategy focused on modernizing TD’s Premium Migration and creating a Personalized Loyalty Engine.“</a:t>
            </a:r>
            <a:br>
              <a:rPr lang="en-US" dirty="0"/>
            </a:br>
            <a:br>
              <a:rPr lang="en-US" dirty="0"/>
            </a:br>
            <a:r>
              <a:rPr lang="en-US" dirty="0"/>
              <a:t>Together, we identified a critical problem -  right now, customers feel it takes too long to accumulate meaningful rewards. </a:t>
            </a:r>
          </a:p>
          <a:p>
            <a:endParaRPr lang="en-US" dirty="0"/>
          </a:p>
          <a:p>
            <a:r>
              <a:rPr lang="en-US" dirty="0"/>
              <a:t>Traditional loyalty points feel slow and low-value. </a:t>
            </a:r>
          </a:p>
          <a:p>
            <a:endParaRPr lang="en-US" dirty="0"/>
          </a:p>
          <a:p>
            <a:r>
              <a:rPr lang="en-US" dirty="0"/>
              <a:t>Our goal today is to show you how we can drive sustained, repeat engagement by introducing instant gratification and creating a clear path to premium tier migration.</a:t>
            </a:r>
            <a:endParaRPr lang="en-CA" dirty="0"/>
          </a:p>
        </p:txBody>
      </p:sp>
      <p:sp>
        <p:nvSpPr>
          <p:cNvPr id="4" name="Slide Number Placeholder 3"/>
          <p:cNvSpPr>
            <a:spLocks noGrp="1"/>
          </p:cNvSpPr>
          <p:nvPr>
            <p:ph type="sldNum" sz="quarter" idx="5"/>
          </p:nvPr>
        </p:nvSpPr>
        <p:spPr/>
        <p:txBody>
          <a:bodyPr/>
          <a:lstStyle/>
          <a:p>
            <a:fld id="{20D78242-B2C6-C745-A9AC-FF76B87510A6}" type="slidenum">
              <a:rPr lang="en-US" smtClean="0"/>
              <a:t>1</a:t>
            </a:fld>
            <a:endParaRPr lang="en-US"/>
          </a:p>
        </p:txBody>
      </p:sp>
    </p:spTree>
    <p:extLst>
      <p:ext uri="{BB962C8B-B14F-4D97-AF65-F5344CB8AC3E}">
        <p14:creationId xmlns:p14="http://schemas.microsoft.com/office/powerpoint/2010/main" val="28630788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We call this the 'Loyalty Value Gap.’ </a:t>
            </a:r>
          </a:p>
          <a:p>
            <a:endParaRPr lang="en-CA" dirty="0"/>
          </a:p>
          <a:p>
            <a:r>
              <a:rPr lang="en-CA" dirty="0"/>
              <a:t>There are three main friction points. </a:t>
            </a:r>
          </a:p>
          <a:p>
            <a:r>
              <a:rPr lang="en-CA" dirty="0"/>
              <a:t>First, the value is delayed—customers wait months to feel rewarded. </a:t>
            </a:r>
          </a:p>
          <a:p>
            <a:endParaRPr lang="en-CA" dirty="0"/>
          </a:p>
          <a:p>
            <a:r>
              <a:rPr lang="en-CA" dirty="0"/>
              <a:t>Second, redemption is complex and lacks immediate, visible value at the checkout counter. </a:t>
            </a:r>
          </a:p>
          <a:p>
            <a:endParaRPr lang="en-CA" dirty="0"/>
          </a:p>
          <a:p>
            <a:r>
              <a:rPr lang="en-CA" dirty="0"/>
              <a:t>And finally, redemption is heavily skewed toward our premium cardholders, leaving our base segment largely </a:t>
            </a:r>
            <a:r>
              <a:rPr lang="en-CA" dirty="0" err="1"/>
              <a:t>unactivated</a:t>
            </a:r>
            <a:r>
              <a:rPr lang="en-CA" dirty="0"/>
              <a:t>.</a:t>
            </a:r>
          </a:p>
        </p:txBody>
      </p:sp>
      <p:sp>
        <p:nvSpPr>
          <p:cNvPr id="4" name="Slide Number Placeholder 3"/>
          <p:cNvSpPr>
            <a:spLocks noGrp="1"/>
          </p:cNvSpPr>
          <p:nvPr>
            <p:ph type="sldNum" sz="quarter" idx="5"/>
          </p:nvPr>
        </p:nvSpPr>
        <p:spPr/>
        <p:txBody>
          <a:bodyPr/>
          <a:lstStyle/>
          <a:p>
            <a:fld id="{20D78242-B2C6-C745-A9AC-FF76B87510A6}" type="slidenum">
              <a:rPr lang="en-US" smtClean="0"/>
              <a:t>2</a:t>
            </a:fld>
            <a:endParaRPr lang="en-US"/>
          </a:p>
        </p:txBody>
      </p:sp>
    </p:spTree>
    <p:extLst>
      <p:ext uri="{BB962C8B-B14F-4D97-AF65-F5344CB8AC3E}">
        <p14:creationId xmlns:p14="http://schemas.microsoft.com/office/powerpoint/2010/main" val="132989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374D3-1CB4-8B77-DE6C-016FC9BC65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545533-624B-D1BE-E360-2833800593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6221F9-EEBD-5193-4535-EABA890C72DC}"/>
              </a:ext>
            </a:extLst>
          </p:cNvPr>
          <p:cNvSpPr>
            <a:spLocks noGrp="1"/>
          </p:cNvSpPr>
          <p:nvPr>
            <p:ph type="body" idx="1"/>
          </p:nvPr>
        </p:nvSpPr>
        <p:spPr/>
        <p:txBody>
          <a:bodyPr/>
          <a:lstStyle/>
          <a:p>
            <a:r>
              <a:rPr lang="en-US" dirty="0"/>
              <a:t>Our solution is an 'Instant Merchant Cashback' model. It’s a simple, four-step loop. </a:t>
            </a:r>
            <a:br>
              <a:rPr lang="en-US" dirty="0"/>
            </a:br>
            <a:br>
              <a:rPr lang="en-US" dirty="0"/>
            </a:br>
            <a:r>
              <a:rPr lang="en-US" dirty="0"/>
              <a:t>Customers Discover offers from top brands right inside the TD app. </a:t>
            </a:r>
            <a:br>
              <a:rPr lang="en-US" dirty="0"/>
            </a:br>
            <a:br>
              <a:rPr lang="en-US" dirty="0"/>
            </a:br>
            <a:r>
              <a:rPr lang="en-US" dirty="0"/>
              <a:t>They Activate the offer with a single click. </a:t>
            </a:r>
            <a:br>
              <a:rPr lang="en-US" dirty="0"/>
            </a:br>
            <a:br>
              <a:rPr lang="en-US" dirty="0"/>
            </a:br>
            <a:r>
              <a:rPr lang="en-US" dirty="0"/>
              <a:t>They Spend at those retailers just like they normally would. </a:t>
            </a:r>
            <a:br>
              <a:rPr lang="en-US" dirty="0"/>
            </a:br>
            <a:br>
              <a:rPr lang="en-US" dirty="0"/>
            </a:br>
            <a:r>
              <a:rPr lang="en-US" dirty="0"/>
              <a:t>And finally, they Earn instant cashback or points that show up immediately in their TD Rewards dashboard. </a:t>
            </a:r>
            <a:br>
              <a:rPr lang="en-US" dirty="0"/>
            </a:br>
            <a:br>
              <a:rPr lang="en-US" dirty="0"/>
            </a:br>
            <a:r>
              <a:rPr lang="en-US" dirty="0"/>
              <a:t>It is effortless and immediate</a:t>
            </a:r>
          </a:p>
        </p:txBody>
      </p:sp>
      <p:sp>
        <p:nvSpPr>
          <p:cNvPr id="4" name="Slide Number Placeholder 3">
            <a:extLst>
              <a:ext uri="{FF2B5EF4-FFF2-40B4-BE49-F238E27FC236}">
                <a16:creationId xmlns:a16="http://schemas.microsoft.com/office/drawing/2014/main" id="{2699C24A-4DD0-8199-CA10-648E78562782}"/>
              </a:ext>
            </a:extLst>
          </p:cNvPr>
          <p:cNvSpPr>
            <a:spLocks noGrp="1"/>
          </p:cNvSpPr>
          <p:nvPr>
            <p:ph type="sldNum" sz="quarter" idx="5"/>
          </p:nvPr>
        </p:nvSpPr>
        <p:spPr/>
        <p:txBody>
          <a:bodyPr/>
          <a:lstStyle/>
          <a:p>
            <a:fld id="{20D78242-B2C6-C745-A9AC-FF76B87510A6}" type="slidenum">
              <a:rPr lang="en-US" smtClean="0"/>
              <a:t>3</a:t>
            </a:fld>
            <a:endParaRPr lang="en-US"/>
          </a:p>
        </p:txBody>
      </p:sp>
    </p:spTree>
    <p:extLst>
      <p:ext uri="{BB962C8B-B14F-4D97-AF65-F5344CB8AC3E}">
        <p14:creationId xmlns:p14="http://schemas.microsoft.com/office/powerpoint/2010/main" val="29782927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To drive this activation, we need to turn our insights into actionable opportunities. </a:t>
            </a:r>
          </a:p>
          <a:p>
            <a:pPr marL="0" lvl="0" indent="0" algn="l" rtl="0">
              <a:spcBef>
                <a:spcPts val="0"/>
              </a:spcBef>
              <a:spcAft>
                <a:spcPts val="0"/>
              </a:spcAft>
              <a:buNone/>
            </a:pPr>
            <a:r>
              <a:rPr lang="en-US" dirty="0"/>
              <a:t>We are focusing on four key tactics – </a:t>
            </a:r>
          </a:p>
          <a:p>
            <a:pPr marL="0" lvl="0" indent="0" algn="l" rtl="0">
              <a:spcBef>
                <a:spcPts val="0"/>
              </a:spcBef>
              <a:spcAft>
                <a:spcPts val="0"/>
              </a:spcAft>
              <a:buNone/>
            </a:pPr>
            <a:r>
              <a:rPr lang="en-US" dirty="0"/>
              <a:t>First, we utilize Personalized Nudges. By targeting our low-engagement customers, we can send data-driven prompts—like offering double points on groceries—to quickly reactivate dormant accounts.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Second, we implement Spend-Linked Rewards. The goal here is to shift behavior away from a 'redemption-only' mindset and into a continuous 'spend and redeem' cycle, which maximizes our long-term profitability.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Third, we enable Real-Time Redemption prompts. By sending smart alerts at the exact moment of a transaction, we drive immediate point usage right at the point of purchase.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Finally, we leverage AI-Triggered Moments. By looking at transaction data in real-time, our predictive models can anticipate exactly when customers are most likely to redeem —allowing us to drop the perfect offer in front of them the second they are ready to act." </a:t>
            </a: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look at our portfolio, the numbers tell a distinct story. First Class Travel is an absolute powerhouse, driving over $28 Billion in volume. Meanwhile, our Cash Back Base is sitting at $18.7 Billion. The clear insight here is that our loyalty ROI is heavily concentrated in our premium tiers.</a:t>
            </a:r>
            <a:br>
              <a:rPr lang="en-US" dirty="0"/>
            </a:br>
            <a:br>
              <a:rPr lang="en-US" dirty="0"/>
            </a:br>
            <a:r>
              <a:rPr lang="en-US" dirty="0"/>
              <a:t>As we developed this, we kept coming back to one central truth: Loyalty is not just redemption. </a:t>
            </a:r>
            <a:br>
              <a:rPr lang="en-US" dirty="0"/>
            </a:br>
            <a:br>
              <a:rPr lang="en-US" dirty="0"/>
            </a:br>
            <a:r>
              <a:rPr lang="en-US" dirty="0"/>
              <a:t>True loyalty is repeated usage, increased spend, and long-term retention.</a:t>
            </a:r>
            <a:br>
              <a:rPr lang="en-US" dirty="0"/>
            </a:br>
            <a:br>
              <a:rPr lang="en-US" dirty="0"/>
            </a:br>
            <a:r>
              <a:rPr lang="en-US" dirty="0"/>
              <a:t>And the data proves where our biggest opportunity for that retention lies.</a:t>
            </a:r>
            <a:endParaRPr lang="en-CA" dirty="0"/>
          </a:p>
        </p:txBody>
      </p:sp>
      <p:sp>
        <p:nvSpPr>
          <p:cNvPr id="4" name="Slide Number Placeholder 3"/>
          <p:cNvSpPr>
            <a:spLocks noGrp="1"/>
          </p:cNvSpPr>
          <p:nvPr>
            <p:ph type="sldNum" sz="quarter" idx="5"/>
          </p:nvPr>
        </p:nvSpPr>
        <p:spPr/>
        <p:txBody>
          <a:bodyPr/>
          <a:lstStyle/>
          <a:p>
            <a:fld id="{20D78242-B2C6-C745-A9AC-FF76B87510A6}" type="slidenum">
              <a:rPr lang="en-US" smtClean="0"/>
              <a:t>5</a:t>
            </a:fld>
            <a:endParaRPr lang="en-US"/>
          </a:p>
        </p:txBody>
      </p:sp>
    </p:spTree>
    <p:extLst>
      <p:ext uri="{BB962C8B-B14F-4D97-AF65-F5344CB8AC3E}">
        <p14:creationId xmlns:p14="http://schemas.microsoft.com/office/powerpoint/2010/main" val="2661150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In-App Discounts with over 30 top brands to deliver that instant value we talked about. </a:t>
            </a:r>
            <a:br>
              <a:rPr lang="en-US" dirty="0"/>
            </a:br>
            <a:br>
              <a:rPr lang="en-US" dirty="0"/>
            </a:br>
            <a:r>
              <a:rPr lang="en-US" dirty="0"/>
              <a:t>Second, Anniversary Retention—surprising users with a 10% bonus on birthdays or anniversaries to build emotional loyalty and reduce churn. </a:t>
            </a:r>
            <a:br>
              <a:rPr lang="en-US" dirty="0"/>
            </a:br>
            <a:br>
              <a:rPr lang="en-US" dirty="0"/>
            </a:br>
            <a:r>
              <a:rPr lang="en-US" dirty="0"/>
              <a:t>And third, Personalized Value—using AI to trigger the right offer at the right time, like EV charging bonuses based on their habits</a:t>
            </a:r>
            <a:br>
              <a:rPr lang="en-US" dirty="0"/>
            </a:br>
            <a:br>
              <a:rPr lang="en-US" dirty="0"/>
            </a:br>
            <a:r>
              <a:rPr lang="en-CA" dirty="0"/>
              <a:t>In Q1, we launch the new merchant experience right inside </a:t>
            </a:r>
            <a:r>
              <a:rPr lang="en-CA" dirty="0" err="1"/>
              <a:t>EasyWeb</a:t>
            </a:r>
            <a:r>
              <a:rPr lang="en-CA" dirty="0"/>
              <a:t>. </a:t>
            </a:r>
            <a:br>
              <a:rPr lang="en-CA" dirty="0"/>
            </a:br>
            <a:br>
              <a:rPr lang="en-CA" dirty="0"/>
            </a:br>
            <a:r>
              <a:rPr lang="en-CA" dirty="0"/>
              <a:t>In Q2, we let the data work for us, optimizing and personalizing those offers. </a:t>
            </a:r>
            <a:br>
              <a:rPr lang="en-CA" dirty="0"/>
            </a:br>
            <a:br>
              <a:rPr lang="en-CA" dirty="0"/>
            </a:br>
            <a:r>
              <a:rPr lang="en-CA" dirty="0"/>
              <a:t>By Q3, we launch our targeted up-tier campaign to migrate our most engaged base users to Infinite tiers. </a:t>
            </a:r>
            <a:br>
              <a:rPr lang="en-CA" dirty="0"/>
            </a:br>
            <a:br>
              <a:rPr lang="en-CA" dirty="0"/>
            </a:br>
            <a:r>
              <a:rPr lang="en-CA" dirty="0"/>
              <a:t>And in Q4, we scale the program, expanding to over 100 brands.</a:t>
            </a:r>
          </a:p>
        </p:txBody>
      </p:sp>
      <p:sp>
        <p:nvSpPr>
          <p:cNvPr id="4" name="Slide Number Placeholder 3"/>
          <p:cNvSpPr>
            <a:spLocks noGrp="1"/>
          </p:cNvSpPr>
          <p:nvPr>
            <p:ph type="sldNum" sz="quarter" idx="5"/>
          </p:nvPr>
        </p:nvSpPr>
        <p:spPr/>
        <p:txBody>
          <a:bodyPr/>
          <a:lstStyle/>
          <a:p>
            <a:fld id="{20D78242-B2C6-C745-A9AC-FF76B87510A6}" type="slidenum">
              <a:rPr lang="en-US" smtClean="0"/>
              <a:t>6</a:t>
            </a:fld>
            <a:endParaRPr lang="en-US"/>
          </a:p>
        </p:txBody>
      </p:sp>
    </p:spTree>
    <p:extLst>
      <p:ext uri="{BB962C8B-B14F-4D97-AF65-F5344CB8AC3E}">
        <p14:creationId xmlns:p14="http://schemas.microsoft.com/office/powerpoint/2010/main" val="30363070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37FC1-81D1-EBAF-65C1-CD96CF93C6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E57A98-CD3A-F47E-B678-CC5EED5E78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CC0036-B625-CC31-6750-FF90D5CF60DE}"/>
              </a:ext>
            </a:extLst>
          </p:cNvPr>
          <p:cNvSpPr>
            <a:spLocks noGrp="1"/>
          </p:cNvSpPr>
          <p:nvPr>
            <p:ph type="body" idx="1"/>
          </p:nvPr>
        </p:nvSpPr>
        <p:spPr/>
        <p:txBody>
          <a:bodyPr/>
          <a:lstStyle/>
          <a:p>
            <a:r>
              <a:rPr lang="en-US" dirty="0"/>
              <a:t>By making loyalty 'Human &amp; Simple,’ </a:t>
            </a:r>
            <a:br>
              <a:rPr lang="en-US" dirty="0"/>
            </a:br>
            <a:br>
              <a:rPr lang="en-US" dirty="0"/>
            </a:br>
            <a:r>
              <a:rPr lang="en-US" dirty="0"/>
              <a:t>we project $1.68 Billion in incremental annual spend. </a:t>
            </a:r>
            <a:br>
              <a:rPr lang="en-US" dirty="0"/>
            </a:br>
            <a:br>
              <a:rPr lang="en-US" dirty="0"/>
            </a:br>
            <a:r>
              <a:rPr lang="en-US" dirty="0"/>
              <a:t>We will achieve this by migrating 25,000 monthly users to premium tiers, </a:t>
            </a:r>
            <a:br>
              <a:rPr lang="en-US" dirty="0"/>
            </a:br>
            <a:br>
              <a:rPr lang="en-US" dirty="0"/>
            </a:br>
            <a:r>
              <a:rPr lang="en-US" dirty="0"/>
              <a:t>generating nearly 16 million new engagement actions a year and ultimately driving a 3x yield lift for every active user we migrate."</a:t>
            </a:r>
          </a:p>
        </p:txBody>
      </p:sp>
      <p:sp>
        <p:nvSpPr>
          <p:cNvPr id="4" name="Slide Number Placeholder 3">
            <a:extLst>
              <a:ext uri="{FF2B5EF4-FFF2-40B4-BE49-F238E27FC236}">
                <a16:creationId xmlns:a16="http://schemas.microsoft.com/office/drawing/2014/main" id="{ED2231C2-AE86-322D-61BD-881B5F570355}"/>
              </a:ext>
            </a:extLst>
          </p:cNvPr>
          <p:cNvSpPr>
            <a:spLocks noGrp="1"/>
          </p:cNvSpPr>
          <p:nvPr>
            <p:ph type="sldNum" sz="quarter" idx="5"/>
          </p:nvPr>
        </p:nvSpPr>
        <p:spPr/>
        <p:txBody>
          <a:bodyPr/>
          <a:lstStyle/>
          <a:p>
            <a:fld id="{20D78242-B2C6-C745-A9AC-FF76B87510A6}" type="slidenum">
              <a:rPr lang="en-US" smtClean="0"/>
              <a:t>7</a:t>
            </a:fld>
            <a:endParaRPr lang="en-US"/>
          </a:p>
        </p:txBody>
      </p:sp>
    </p:spTree>
    <p:extLst>
      <p:ext uri="{BB962C8B-B14F-4D97-AF65-F5344CB8AC3E}">
        <p14:creationId xmlns:p14="http://schemas.microsoft.com/office/powerpoint/2010/main" val="19222113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6F182-85B8-390D-4919-E2F250F57F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202C27-D379-BC2B-5D2D-46C3F3D4C5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5ACFE1-1FD3-784E-163E-BEC973203931}"/>
              </a:ext>
            </a:extLst>
          </p:cNvPr>
          <p:cNvSpPr>
            <a:spLocks noGrp="1"/>
          </p:cNvSpPr>
          <p:nvPr>
            <p:ph type="body" idx="1"/>
          </p:nvPr>
        </p:nvSpPr>
        <p:spPr/>
        <p:txBody>
          <a:bodyPr/>
          <a:lstStyle/>
          <a:p>
            <a:r>
              <a:rPr lang="en-US" dirty="0"/>
              <a:t>To summarize our pitch today, we leave you with three key takeaways:</a:t>
            </a:r>
            <a:br>
              <a:rPr lang="en-US" dirty="0"/>
            </a:br>
            <a:br>
              <a:rPr lang="en-US" dirty="0"/>
            </a:br>
            <a:r>
              <a:rPr lang="en-US" dirty="0"/>
              <a:t>We must actively migrate high-potential users to Infinite tiers to capture that 3x yield.</a:t>
            </a:r>
            <a:br>
              <a:rPr lang="en-US" dirty="0"/>
            </a:br>
            <a:br>
              <a:rPr lang="en-US" dirty="0"/>
            </a:br>
            <a:r>
              <a:rPr lang="en-US" dirty="0"/>
              <a:t>We must enable real-time cashback to truly deliver on TD's 'Human &amp; Simple' brand promise.</a:t>
            </a:r>
            <a:br>
              <a:rPr lang="en-US" dirty="0"/>
            </a:br>
            <a:br>
              <a:rPr lang="en-US" dirty="0"/>
            </a:br>
            <a:r>
              <a:rPr lang="en-US" dirty="0"/>
              <a:t>We must utilize emotional touchpoints, like anniversaries, to secure lifelong retention.</a:t>
            </a:r>
          </a:p>
        </p:txBody>
      </p:sp>
      <p:sp>
        <p:nvSpPr>
          <p:cNvPr id="4" name="Slide Number Placeholder 3">
            <a:extLst>
              <a:ext uri="{FF2B5EF4-FFF2-40B4-BE49-F238E27FC236}">
                <a16:creationId xmlns:a16="http://schemas.microsoft.com/office/drawing/2014/main" id="{F1CD0C7A-56D5-675B-605C-236061688531}"/>
              </a:ext>
            </a:extLst>
          </p:cNvPr>
          <p:cNvSpPr>
            <a:spLocks noGrp="1"/>
          </p:cNvSpPr>
          <p:nvPr>
            <p:ph type="sldNum" sz="quarter" idx="5"/>
          </p:nvPr>
        </p:nvSpPr>
        <p:spPr/>
        <p:txBody>
          <a:bodyPr/>
          <a:lstStyle/>
          <a:p>
            <a:fld id="{20D78242-B2C6-C745-A9AC-FF76B87510A6}" type="slidenum">
              <a:rPr lang="en-US" smtClean="0"/>
              <a:t>8</a:t>
            </a:fld>
            <a:endParaRPr lang="en-US"/>
          </a:p>
        </p:txBody>
      </p:sp>
    </p:spTree>
    <p:extLst>
      <p:ext uri="{BB962C8B-B14F-4D97-AF65-F5344CB8AC3E}">
        <p14:creationId xmlns:p14="http://schemas.microsoft.com/office/powerpoint/2010/main" val="1197546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0.emf"/><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9.emf"/><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DA1CDEE2-24F6-A242-B441-C1B52EFE4FC0}"/>
              </a:ext>
            </a:extLst>
          </p:cNvPr>
          <p:cNvSpPr>
            <a:spLocks noGrp="1"/>
          </p:cNvSpPr>
          <p:nvPr>
            <p:ph type="ctrTitle" hasCustomPrompt="1"/>
          </p:nvPr>
        </p:nvSpPr>
        <p:spPr>
          <a:xfrm>
            <a:off x="701226" y="780257"/>
            <a:ext cx="9930752" cy="358041"/>
          </a:xfrm>
        </p:spPr>
        <p:txBody>
          <a:bodyPr lIns="0" tIns="0" rIns="0" bIns="36000" anchor="t" anchorCtr="0">
            <a:noAutofit/>
          </a:bodyPr>
          <a:lstStyle>
            <a:lvl1pPr algn="l">
              <a:defRPr sz="2800" b="1" i="0">
                <a:solidFill>
                  <a:srgbClr val="038203"/>
                </a:solidFill>
                <a:latin typeface="TD Graphik Semibold" panose="020B0503030202060203" pitchFamily="34" charset="77"/>
              </a:defRPr>
            </a:lvl1pPr>
          </a:lstStyle>
          <a:p>
            <a:r>
              <a:rPr lang="en-US"/>
              <a:t>Insert slide title here</a:t>
            </a:r>
          </a:p>
        </p:txBody>
      </p:sp>
      <p:sp>
        <p:nvSpPr>
          <p:cNvPr id="5" name="Page Number">
            <a:extLst>
              <a:ext uri="{FF2B5EF4-FFF2-40B4-BE49-F238E27FC236}">
                <a16:creationId xmlns:a16="http://schemas.microsoft.com/office/drawing/2014/main" id="{D16C6030-47F6-7C3F-7979-5BA71BB794A7}"/>
              </a:ext>
            </a:extLst>
          </p:cNvPr>
          <p:cNvSpPr/>
          <p:nvPr userDrawn="1"/>
        </p:nvSpPr>
        <p:spPr>
          <a:xfrm>
            <a:off x="10982552" y="6453188"/>
            <a:ext cx="874486" cy="251377"/>
          </a:xfrm>
          <a:prstGeom prst="rect">
            <a:avLst/>
          </a:prstGeom>
          <a:noFill/>
          <a:ln/>
          <a:effectLst/>
        </p:spPr>
        <p:txBody>
          <a:bodyPr wrap="square" lIns="0" tIns="36000" rIns="0" bIns="0" rtlCol="0" anchor="t"/>
          <a:lstStyle/>
          <a:p>
            <a:pPr algn="r">
              <a:lnSpc>
                <a:spcPts val="1200"/>
              </a:lnSpc>
            </a:pPr>
            <a:fld id="{813E1539-BDFC-1842-B3FB-E5DB7506B1D6}" type="slidenum">
              <a:rPr lang="en-US" sz="1600" b="0" i="0" smtClean="0">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p>
        </p:txBody>
      </p:sp>
      <p:pic>
        <p:nvPicPr>
          <p:cNvPr id="3" name="TD Shield">
            <a:extLst>
              <a:ext uri="{FF2B5EF4-FFF2-40B4-BE49-F238E27FC236}">
                <a16:creationId xmlns:a16="http://schemas.microsoft.com/office/drawing/2014/main" id="{4AC8A30F-7B71-CAC9-41ED-67D3B7D10AB8}"/>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56807" y="548680"/>
            <a:ext cx="482222" cy="432048"/>
          </a:xfrm>
          <a:prstGeom prst="rect">
            <a:avLst/>
          </a:prstGeom>
        </p:spPr>
      </p:pic>
    </p:spTree>
    <p:extLst>
      <p:ext uri="{BB962C8B-B14F-4D97-AF65-F5344CB8AC3E}">
        <p14:creationId xmlns:p14="http://schemas.microsoft.com/office/powerpoint/2010/main" val="2070688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D green square stroke with image">
    <p:spTree>
      <p:nvGrpSpPr>
        <p:cNvPr id="1" name=""/>
        <p:cNvGrpSpPr/>
        <p:nvPr/>
      </p:nvGrpSpPr>
      <p:grpSpPr>
        <a:xfrm>
          <a:off x="0" y="0"/>
          <a:ext cx="0" cy="0"/>
          <a:chOff x="0" y="0"/>
          <a:chExt cx="0" cy="0"/>
        </a:xfrm>
      </p:grpSpPr>
      <p:sp>
        <p:nvSpPr>
          <p:cNvPr id="14" name="Cover title">
            <a:extLst>
              <a:ext uri="{FF2B5EF4-FFF2-40B4-BE49-F238E27FC236}">
                <a16:creationId xmlns:a16="http://schemas.microsoft.com/office/drawing/2014/main" id="{0A9C282D-1ADA-3396-E4C3-16C19D2D045D}"/>
              </a:ext>
            </a:extLst>
          </p:cNvPr>
          <p:cNvSpPr>
            <a:spLocks noGrp="1"/>
          </p:cNvSpPr>
          <p:nvPr>
            <p:ph type="ctrTitle" hasCustomPrompt="1"/>
          </p:nvPr>
        </p:nvSpPr>
        <p:spPr>
          <a:xfrm>
            <a:off x="1277257" y="2864501"/>
            <a:ext cx="2877212" cy="807209"/>
          </a:xfrm>
        </p:spPr>
        <p:txBody>
          <a:bodyPr lIns="0" tIns="0" rIns="0" bIns="0" anchor="t" anchorCtr="0">
            <a:normAutofit/>
          </a:bodyPr>
          <a:lstStyle>
            <a:lvl1pPr algn="l">
              <a:defRPr sz="3200" b="1" i="0">
                <a:solidFill>
                  <a:srgbClr val="038203"/>
                </a:solidFill>
                <a:latin typeface="TD Graphik Semibold" panose="020B0503030202060203" pitchFamily="34" charset="77"/>
              </a:defRPr>
            </a:lvl1pPr>
          </a:lstStyle>
          <a:p>
            <a:r>
              <a:rPr lang="en-CA">
                <a:effectLst/>
              </a:rPr>
              <a:t>Insert title header here.</a:t>
            </a:r>
            <a:endParaRPr lang="en-US"/>
          </a:p>
        </p:txBody>
      </p:sp>
      <p:sp>
        <p:nvSpPr>
          <p:cNvPr id="15" name="Subtitle">
            <a:extLst>
              <a:ext uri="{FF2B5EF4-FFF2-40B4-BE49-F238E27FC236}">
                <a16:creationId xmlns:a16="http://schemas.microsoft.com/office/drawing/2014/main" id="{924483A9-6CDE-033C-1E2B-FAF7E55E9682}"/>
              </a:ext>
            </a:extLst>
          </p:cNvPr>
          <p:cNvSpPr>
            <a:spLocks noGrp="1"/>
          </p:cNvSpPr>
          <p:nvPr>
            <p:ph type="subTitle" idx="1" hasCustomPrompt="1"/>
          </p:nvPr>
        </p:nvSpPr>
        <p:spPr>
          <a:xfrm>
            <a:off x="1277257" y="3860265"/>
            <a:ext cx="2877211" cy="300429"/>
          </a:xfrm>
        </p:spPr>
        <p:txBody>
          <a:bodyPr lIns="0" tIns="0" rIns="0" bIns="0">
            <a:normAutofit/>
          </a:bodyPr>
          <a:lstStyle>
            <a:lvl1pPr marL="0" indent="0" algn="l">
              <a:buNone/>
              <a:defRPr sz="1800" b="0" i="0">
                <a:solidFill>
                  <a:srgbClr val="038203"/>
                </a:solidFill>
                <a:latin typeface="TD Graphik Regular" panose="020B05030302020602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subhead here.</a:t>
            </a:r>
          </a:p>
        </p:txBody>
      </p:sp>
      <p:sp>
        <p:nvSpPr>
          <p:cNvPr id="19" name="Project Name">
            <a:extLst>
              <a:ext uri="{FF2B5EF4-FFF2-40B4-BE49-F238E27FC236}">
                <a16:creationId xmlns:a16="http://schemas.microsoft.com/office/drawing/2014/main" id="{4AF72C87-A0E5-4F81-FA48-D97B2B69E442}"/>
              </a:ext>
            </a:extLst>
          </p:cNvPr>
          <p:cNvSpPr>
            <a:spLocks noGrp="1"/>
          </p:cNvSpPr>
          <p:nvPr>
            <p:ph type="body" sz="quarter" idx="11" hasCustomPrompt="1"/>
          </p:nvPr>
        </p:nvSpPr>
        <p:spPr>
          <a:xfrm>
            <a:off x="1277257" y="4512839"/>
            <a:ext cx="2877211" cy="204626"/>
          </a:xfrm>
        </p:spPr>
        <p:txBody>
          <a:bodyPr lIns="0" tIns="0" rIns="0" bIns="0">
            <a:noAutofit/>
          </a:bodyPr>
          <a:lstStyle>
            <a:lvl1pPr marL="0" indent="0">
              <a:buNone/>
              <a:defRPr sz="1600">
                <a:solidFill>
                  <a:schemeClr val="bg1"/>
                </a:solidFill>
              </a:defRPr>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Project Name</a:t>
            </a:r>
            <a:endParaRPr lang="en-US" sz="1600" b="1" i="0">
              <a:solidFill>
                <a:srgbClr val="1C1C1C"/>
              </a:solidFill>
              <a:latin typeface="TD Graphik Medium" panose="020B0503030202060203" pitchFamily="34" charset="77"/>
            </a:endParaRPr>
          </a:p>
        </p:txBody>
      </p:sp>
      <p:sp>
        <p:nvSpPr>
          <p:cNvPr id="20" name="Date">
            <a:extLst>
              <a:ext uri="{FF2B5EF4-FFF2-40B4-BE49-F238E27FC236}">
                <a16:creationId xmlns:a16="http://schemas.microsoft.com/office/drawing/2014/main" id="{E4E06302-9C3E-D58B-882A-D2035E00B4B0}"/>
              </a:ext>
            </a:extLst>
          </p:cNvPr>
          <p:cNvSpPr>
            <a:spLocks noGrp="1"/>
          </p:cNvSpPr>
          <p:nvPr>
            <p:ph type="body" sz="quarter" idx="12" hasCustomPrompt="1"/>
          </p:nvPr>
        </p:nvSpPr>
        <p:spPr>
          <a:xfrm>
            <a:off x="1277257" y="4791574"/>
            <a:ext cx="2877211" cy="204626"/>
          </a:xfrm>
        </p:spPr>
        <p:txBody>
          <a:bodyPr lIns="0" tIns="0" rIns="0" bIns="0">
            <a:normAutofit/>
          </a:bodyPr>
          <a:lstStyle>
            <a:lvl1pPr marL="0" indent="0">
              <a:buNone/>
              <a:defRPr sz="1600" b="0" i="0">
                <a:latin typeface="TD Graphik Semilight" panose="020B0503030202060203" pitchFamily="34" charset="77"/>
              </a:defRPr>
            </a:lvl1pPr>
          </a:lstStyle>
          <a:p>
            <a:pPr lvl="0"/>
            <a:r>
              <a:rPr lang="en-US"/>
              <a:t>Date</a:t>
            </a:r>
          </a:p>
        </p:txBody>
      </p:sp>
      <p:sp>
        <p:nvSpPr>
          <p:cNvPr id="21" name="Team Name">
            <a:extLst>
              <a:ext uri="{FF2B5EF4-FFF2-40B4-BE49-F238E27FC236}">
                <a16:creationId xmlns:a16="http://schemas.microsoft.com/office/drawing/2014/main" id="{7D6531B4-0EA5-9A05-ABA4-B9551A901504}"/>
              </a:ext>
            </a:extLst>
          </p:cNvPr>
          <p:cNvSpPr>
            <a:spLocks noGrp="1"/>
          </p:cNvSpPr>
          <p:nvPr>
            <p:ph type="body" sz="quarter" idx="13" hasCustomPrompt="1"/>
          </p:nvPr>
        </p:nvSpPr>
        <p:spPr>
          <a:xfrm>
            <a:off x="1277257" y="5374450"/>
            <a:ext cx="2877211" cy="204626"/>
          </a:xfrm>
        </p:spPr>
        <p:txBody>
          <a:bodyPr lIns="0" tIns="0" rIns="0" bIns="0">
            <a:noAutofit/>
          </a:bodyPr>
          <a:lstStyle>
            <a:lvl1pPr marL="0" indent="0">
              <a:buNone/>
              <a:defRPr sz="1600"/>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Team Name</a:t>
            </a:r>
            <a:endParaRPr lang="en-US" sz="1600" b="1" i="0">
              <a:solidFill>
                <a:srgbClr val="1C1C1C"/>
              </a:solidFill>
              <a:latin typeface="TD Graphik Medium" panose="020B0503030202060203" pitchFamily="34" charset="77"/>
            </a:endParaRPr>
          </a:p>
        </p:txBody>
      </p:sp>
      <p:sp>
        <p:nvSpPr>
          <p:cNvPr id="22" name="Members">
            <a:extLst>
              <a:ext uri="{FF2B5EF4-FFF2-40B4-BE49-F238E27FC236}">
                <a16:creationId xmlns:a16="http://schemas.microsoft.com/office/drawing/2014/main" id="{FD05EBCB-A66C-D4D7-09ED-4B5FD48AD36A}"/>
              </a:ext>
            </a:extLst>
          </p:cNvPr>
          <p:cNvSpPr>
            <a:spLocks noGrp="1"/>
          </p:cNvSpPr>
          <p:nvPr>
            <p:ph type="body" sz="quarter" idx="14" hasCustomPrompt="1"/>
          </p:nvPr>
        </p:nvSpPr>
        <p:spPr>
          <a:xfrm>
            <a:off x="1277257" y="5646260"/>
            <a:ext cx="2877211" cy="204626"/>
          </a:xfrm>
        </p:spPr>
        <p:txBody>
          <a:bodyPr lIns="0" tIns="0" rIns="0" bIns="0">
            <a:normAutofit/>
          </a:bodyPr>
          <a:lstStyle>
            <a:lvl1pPr marL="0" indent="0">
              <a:buNone/>
              <a:defRPr sz="1600" b="0" i="0">
                <a:latin typeface="TD Graphik Semilight" panose="020B0503030202060203" pitchFamily="34" charset="77"/>
              </a:defRPr>
            </a:lvl1pPr>
          </a:lstStyle>
          <a:p>
            <a:pPr lvl="0"/>
            <a:r>
              <a:rPr lang="en-US"/>
              <a:t>Members</a:t>
            </a:r>
          </a:p>
        </p:txBody>
      </p:sp>
      <p:sp>
        <p:nvSpPr>
          <p:cNvPr id="12" name="Footer">
            <a:extLst>
              <a:ext uri="{FF2B5EF4-FFF2-40B4-BE49-F238E27FC236}">
                <a16:creationId xmlns:a16="http://schemas.microsoft.com/office/drawing/2014/main" id="{BFBFC2DE-FB53-CFEA-CE49-17356CA9BD77}"/>
              </a:ext>
            </a:extLst>
          </p:cNvPr>
          <p:cNvSpPr>
            <a:spLocks noGrp="1"/>
          </p:cNvSpPr>
          <p:nvPr>
            <p:ph type="ftr" sz="quarter" idx="3"/>
          </p:nvPr>
        </p:nvSpPr>
        <p:spPr>
          <a:xfrm>
            <a:off x="33062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pic>
        <p:nvPicPr>
          <p:cNvPr id="18" name="TD Shield" descr="TD shield logo in white and green.">
            <a:extLst>
              <a:ext uri="{FF2B5EF4-FFF2-40B4-BE49-F238E27FC236}">
                <a16:creationId xmlns:a16="http://schemas.microsoft.com/office/drawing/2014/main" id="{29EF3DC5-20F9-4A5F-A54A-016851F6401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21473" y="697514"/>
            <a:ext cx="916321" cy="820981"/>
          </a:xfrm>
          <a:prstGeom prst="rect">
            <a:avLst/>
          </a:prstGeom>
        </p:spPr>
      </p:pic>
      <p:pic>
        <p:nvPicPr>
          <p:cNvPr id="16" name="Image">
            <a:extLst>
              <a:ext uri="{FF2B5EF4-FFF2-40B4-BE49-F238E27FC236}">
                <a16:creationId xmlns:a16="http://schemas.microsoft.com/office/drawing/2014/main" id="{C2A8369D-9F22-40C8-8A74-BF24E660F394}"/>
              </a:ext>
              <a:ext uri="{C183D7F6-B498-43B3-948B-1728B52AA6E4}">
                <adec:decorative xmlns:adec="http://schemas.microsoft.com/office/drawing/2017/decorative" val="1"/>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4421171" y="0"/>
            <a:ext cx="7770829" cy="6858000"/>
          </a:xfrm>
          <a:prstGeom prst="rect">
            <a:avLst/>
          </a:prstGeom>
        </p:spPr>
      </p:pic>
      <p:sp>
        <p:nvSpPr>
          <p:cNvPr id="13" name="TD Square">
            <a:extLst>
              <a:ext uri="{FF2B5EF4-FFF2-40B4-BE49-F238E27FC236}">
                <a16:creationId xmlns:a16="http://schemas.microsoft.com/office/drawing/2014/main" id="{34D77FE1-3B96-1D8B-43E1-7AD61DE50873}"/>
              </a:ext>
            </a:extLst>
          </p:cNvPr>
          <p:cNvSpPr/>
          <p:nvPr userDrawn="1"/>
        </p:nvSpPr>
        <p:spPr>
          <a:xfrm>
            <a:off x="779433" y="2219204"/>
            <a:ext cx="4007272" cy="4007272"/>
          </a:xfrm>
          <a:prstGeom prst="rect">
            <a:avLst/>
          </a:prstGeom>
          <a:noFill/>
          <a:ln w="318770">
            <a:solidFill>
              <a:srgbClr val="008A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v</a:t>
            </a:r>
          </a:p>
        </p:txBody>
      </p:sp>
    </p:spTree>
    <p:extLst>
      <p:ext uri="{BB962C8B-B14F-4D97-AF65-F5344CB8AC3E}">
        <p14:creationId xmlns:p14="http://schemas.microsoft.com/office/powerpoint/2010/main" val="2129311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D green square with image">
    <p:spTree>
      <p:nvGrpSpPr>
        <p:cNvPr id="1" name=""/>
        <p:cNvGrpSpPr/>
        <p:nvPr/>
      </p:nvGrpSpPr>
      <p:grpSpPr>
        <a:xfrm>
          <a:off x="0" y="0"/>
          <a:ext cx="0" cy="0"/>
          <a:chOff x="0" y="0"/>
          <a:chExt cx="0" cy="0"/>
        </a:xfrm>
      </p:grpSpPr>
      <p:pic>
        <p:nvPicPr>
          <p:cNvPr id="12" name="Image">
            <a:extLst>
              <a:ext uri="{FF2B5EF4-FFF2-40B4-BE49-F238E27FC236}">
                <a16:creationId xmlns:a16="http://schemas.microsoft.com/office/drawing/2014/main" id="{89B695C6-D596-9070-BC32-BDF66878C151}"/>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60"/>
          <a:stretch/>
        </p:blipFill>
        <p:spPr>
          <a:xfrm>
            <a:off x="4421171" y="0"/>
            <a:ext cx="7770829" cy="6858000"/>
          </a:xfrm>
          <a:prstGeom prst="rect">
            <a:avLst/>
          </a:prstGeom>
        </p:spPr>
      </p:pic>
      <p:sp>
        <p:nvSpPr>
          <p:cNvPr id="9" name="TD Square">
            <a:extLst>
              <a:ext uri="{FF2B5EF4-FFF2-40B4-BE49-F238E27FC236}">
                <a16:creationId xmlns:a16="http://schemas.microsoft.com/office/drawing/2014/main" id="{9E029B83-7685-B324-7EA1-14B692AB8C92}"/>
              </a:ext>
            </a:extLst>
          </p:cNvPr>
          <p:cNvSpPr/>
          <p:nvPr userDrawn="1"/>
        </p:nvSpPr>
        <p:spPr>
          <a:xfrm>
            <a:off x="621473" y="2059973"/>
            <a:ext cx="4300971" cy="4300971"/>
          </a:xfrm>
          <a:prstGeom prst="rect">
            <a:avLst/>
          </a:prstGeom>
          <a:solidFill>
            <a:srgbClr val="008A00"/>
          </a:solidFill>
          <a:ln w="152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ver title">
            <a:extLst>
              <a:ext uri="{FF2B5EF4-FFF2-40B4-BE49-F238E27FC236}">
                <a16:creationId xmlns:a16="http://schemas.microsoft.com/office/drawing/2014/main" id="{42C70EAE-2094-35F2-5370-DCA6573E716B}"/>
              </a:ext>
            </a:extLst>
          </p:cNvPr>
          <p:cNvSpPr>
            <a:spLocks noGrp="1"/>
          </p:cNvSpPr>
          <p:nvPr>
            <p:ph type="ctrTitle" hasCustomPrompt="1"/>
          </p:nvPr>
        </p:nvSpPr>
        <p:spPr>
          <a:xfrm>
            <a:off x="979959" y="2712745"/>
            <a:ext cx="3683773" cy="902538"/>
          </a:xfrm>
        </p:spPr>
        <p:txBody>
          <a:bodyPr lIns="0" tIns="0" rIns="0" bIns="0" anchor="t" anchorCtr="0">
            <a:normAutofit/>
          </a:bodyPr>
          <a:lstStyle>
            <a:lvl1pPr algn="l">
              <a:defRPr sz="3600" b="1" i="0">
                <a:solidFill>
                  <a:schemeClr val="bg1"/>
                </a:solidFill>
                <a:latin typeface="TD Graphik Semibold" panose="020B0503030202060203" pitchFamily="34" charset="77"/>
              </a:defRPr>
            </a:lvl1pPr>
          </a:lstStyle>
          <a:p>
            <a:r>
              <a:rPr lang="en-CA">
                <a:effectLst/>
              </a:rPr>
              <a:t>Insert title header here.</a:t>
            </a:r>
            <a:endParaRPr lang="en-US"/>
          </a:p>
        </p:txBody>
      </p:sp>
      <p:sp>
        <p:nvSpPr>
          <p:cNvPr id="14" name="Subtitle">
            <a:extLst>
              <a:ext uri="{FF2B5EF4-FFF2-40B4-BE49-F238E27FC236}">
                <a16:creationId xmlns:a16="http://schemas.microsoft.com/office/drawing/2014/main" id="{6CACE15E-D951-2541-3BAF-D4860D4D1943}"/>
              </a:ext>
            </a:extLst>
          </p:cNvPr>
          <p:cNvSpPr>
            <a:spLocks noGrp="1"/>
          </p:cNvSpPr>
          <p:nvPr>
            <p:ph type="subTitle" idx="1" hasCustomPrompt="1"/>
          </p:nvPr>
        </p:nvSpPr>
        <p:spPr>
          <a:xfrm>
            <a:off x="979959" y="3788541"/>
            <a:ext cx="3683773" cy="339732"/>
          </a:xfrm>
        </p:spPr>
        <p:txBody>
          <a:bodyPr lIns="0" tIns="0" rIns="0" bIns="0"/>
          <a:lstStyle>
            <a:lvl1pPr marL="0" indent="0" algn="l">
              <a:buNone/>
              <a:defRPr sz="2000" b="0" i="0">
                <a:solidFill>
                  <a:schemeClr val="bg1"/>
                </a:solidFill>
                <a:latin typeface="TD Graphik Regular" panose="020B05030302020602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subhead here.</a:t>
            </a:r>
          </a:p>
        </p:txBody>
      </p:sp>
      <p:sp>
        <p:nvSpPr>
          <p:cNvPr id="3" name="Project Name">
            <a:extLst>
              <a:ext uri="{FF2B5EF4-FFF2-40B4-BE49-F238E27FC236}">
                <a16:creationId xmlns:a16="http://schemas.microsoft.com/office/drawing/2014/main" id="{B86367E1-67DC-B8A2-948F-707FC268E77E}"/>
              </a:ext>
            </a:extLst>
          </p:cNvPr>
          <p:cNvSpPr>
            <a:spLocks noGrp="1"/>
          </p:cNvSpPr>
          <p:nvPr>
            <p:ph type="body" sz="quarter" idx="15" hasCustomPrompt="1"/>
          </p:nvPr>
        </p:nvSpPr>
        <p:spPr>
          <a:xfrm>
            <a:off x="979272" y="4561443"/>
            <a:ext cx="2878138" cy="244475"/>
          </a:xfrm>
        </p:spPr>
        <p:txBody>
          <a:bodyPr lIns="0" tIns="0" rIns="0" bIns="0">
            <a:noAutofit/>
          </a:bodyPr>
          <a:lstStyle>
            <a:lvl1pPr marL="0" indent="0">
              <a:buNone/>
              <a:defRPr sz="1800" b="1" i="0">
                <a:solidFill>
                  <a:schemeClr val="bg1"/>
                </a:solidFill>
                <a:latin typeface="TD Graphik Medium" panose="020B0503030202060203" pitchFamily="34" charset="77"/>
              </a:defRPr>
            </a:lvl1pPr>
            <a:lvl2pPr>
              <a:defRPr sz="1800" b="1" i="0">
                <a:solidFill>
                  <a:schemeClr val="bg1"/>
                </a:solidFill>
                <a:latin typeface="TD Graphik Medium" panose="020B0503030202060203" pitchFamily="34" charset="77"/>
              </a:defRPr>
            </a:lvl2pPr>
            <a:lvl3pPr>
              <a:defRPr sz="1800" b="1" i="0">
                <a:solidFill>
                  <a:schemeClr val="bg1"/>
                </a:solidFill>
                <a:latin typeface="TD Graphik Medium" panose="020B0503030202060203" pitchFamily="34" charset="77"/>
              </a:defRPr>
            </a:lvl3pPr>
            <a:lvl4pPr>
              <a:defRPr sz="1800" b="1" i="0">
                <a:solidFill>
                  <a:schemeClr val="bg1"/>
                </a:solidFill>
                <a:latin typeface="TD Graphik Medium" panose="020B0503030202060203" pitchFamily="34" charset="77"/>
              </a:defRPr>
            </a:lvl4pPr>
            <a:lvl5pPr>
              <a:defRPr sz="1800" b="1" i="0">
                <a:solidFill>
                  <a:schemeClr val="bg1"/>
                </a:solidFill>
                <a:latin typeface="TD Graphik Medium" panose="020B0503030202060203" pitchFamily="34" charset="77"/>
              </a:defRPr>
            </a:lvl5pPr>
          </a:lstStyle>
          <a:p>
            <a:pPr lvl="0"/>
            <a:r>
              <a:rPr lang="en-US"/>
              <a:t>Project Name</a:t>
            </a:r>
          </a:p>
        </p:txBody>
      </p:sp>
      <p:sp>
        <p:nvSpPr>
          <p:cNvPr id="24" name="Date">
            <a:extLst>
              <a:ext uri="{FF2B5EF4-FFF2-40B4-BE49-F238E27FC236}">
                <a16:creationId xmlns:a16="http://schemas.microsoft.com/office/drawing/2014/main" id="{7AA7EE32-C234-DB25-7ACF-8CB03CCA5407}"/>
              </a:ext>
            </a:extLst>
          </p:cNvPr>
          <p:cNvSpPr>
            <a:spLocks noGrp="1"/>
          </p:cNvSpPr>
          <p:nvPr>
            <p:ph type="body" sz="quarter" idx="12" hasCustomPrompt="1"/>
          </p:nvPr>
        </p:nvSpPr>
        <p:spPr>
          <a:xfrm>
            <a:off x="979959" y="4916599"/>
            <a:ext cx="2877211" cy="204626"/>
          </a:xfrm>
        </p:spPr>
        <p:txBody>
          <a:bodyPr lIns="0" tIns="0" rIns="0" bIns="0">
            <a:normAutofit/>
          </a:bodyPr>
          <a:lstStyle>
            <a:lvl1pPr marL="0" indent="0">
              <a:buNone/>
              <a:defRPr sz="1600" b="0" i="0">
                <a:solidFill>
                  <a:schemeClr val="bg1"/>
                </a:solidFill>
                <a:latin typeface="TD Graphik Semilight" panose="020B0503030202060203" pitchFamily="34" charset="77"/>
              </a:defRPr>
            </a:lvl1pPr>
          </a:lstStyle>
          <a:p>
            <a:pPr lvl="0"/>
            <a:r>
              <a:rPr lang="en-US"/>
              <a:t>Date</a:t>
            </a:r>
          </a:p>
        </p:txBody>
      </p:sp>
      <p:sp>
        <p:nvSpPr>
          <p:cNvPr id="28" name="Team Name">
            <a:extLst>
              <a:ext uri="{FF2B5EF4-FFF2-40B4-BE49-F238E27FC236}">
                <a16:creationId xmlns:a16="http://schemas.microsoft.com/office/drawing/2014/main" id="{1743E4A9-82BF-DFAA-7FD5-EB6BDDC7E7BC}"/>
              </a:ext>
            </a:extLst>
          </p:cNvPr>
          <p:cNvSpPr>
            <a:spLocks noGrp="1"/>
          </p:cNvSpPr>
          <p:nvPr>
            <p:ph type="body" sz="quarter" idx="16" hasCustomPrompt="1"/>
          </p:nvPr>
        </p:nvSpPr>
        <p:spPr>
          <a:xfrm>
            <a:off x="979032" y="5456509"/>
            <a:ext cx="2878138" cy="244475"/>
          </a:xfrm>
        </p:spPr>
        <p:txBody>
          <a:bodyPr lIns="0" tIns="0" rIns="0" bIns="0">
            <a:noAutofit/>
          </a:bodyPr>
          <a:lstStyle>
            <a:lvl1pPr marL="0" indent="0">
              <a:buNone/>
              <a:defRPr sz="1800" b="1" i="0">
                <a:solidFill>
                  <a:schemeClr val="bg1"/>
                </a:solidFill>
                <a:latin typeface="TD Graphik Medium" panose="020B0503030202060203" pitchFamily="34" charset="77"/>
              </a:defRPr>
            </a:lvl1pPr>
            <a:lvl2pPr>
              <a:defRPr sz="1800" b="1" i="0">
                <a:solidFill>
                  <a:schemeClr val="bg1"/>
                </a:solidFill>
                <a:latin typeface="TD Graphik Medium" panose="020B0503030202060203" pitchFamily="34" charset="77"/>
              </a:defRPr>
            </a:lvl2pPr>
            <a:lvl3pPr>
              <a:defRPr sz="1800" b="1" i="0">
                <a:solidFill>
                  <a:schemeClr val="bg1"/>
                </a:solidFill>
                <a:latin typeface="TD Graphik Medium" panose="020B0503030202060203" pitchFamily="34" charset="77"/>
              </a:defRPr>
            </a:lvl3pPr>
            <a:lvl4pPr>
              <a:defRPr sz="1800" b="1" i="0">
                <a:solidFill>
                  <a:schemeClr val="bg1"/>
                </a:solidFill>
                <a:latin typeface="TD Graphik Medium" panose="020B0503030202060203" pitchFamily="34" charset="77"/>
              </a:defRPr>
            </a:lvl4pPr>
            <a:lvl5pPr>
              <a:defRPr sz="1800" b="1" i="0">
                <a:solidFill>
                  <a:schemeClr val="bg1"/>
                </a:solidFill>
                <a:latin typeface="TD Graphik Medium" panose="020B0503030202060203" pitchFamily="34" charset="77"/>
              </a:defRPr>
            </a:lvl5pPr>
          </a:lstStyle>
          <a:p>
            <a:pPr lvl="0"/>
            <a:r>
              <a:rPr lang="en-US"/>
              <a:t>Team Name</a:t>
            </a:r>
          </a:p>
        </p:txBody>
      </p:sp>
      <p:sp>
        <p:nvSpPr>
          <p:cNvPr id="26" name="Members">
            <a:extLst>
              <a:ext uri="{FF2B5EF4-FFF2-40B4-BE49-F238E27FC236}">
                <a16:creationId xmlns:a16="http://schemas.microsoft.com/office/drawing/2014/main" id="{97DCCF9B-E289-9202-FA70-7662CC10F670}"/>
              </a:ext>
            </a:extLst>
          </p:cNvPr>
          <p:cNvSpPr>
            <a:spLocks noGrp="1"/>
          </p:cNvSpPr>
          <p:nvPr>
            <p:ph type="body" sz="quarter" idx="14" hasCustomPrompt="1"/>
          </p:nvPr>
        </p:nvSpPr>
        <p:spPr>
          <a:xfrm>
            <a:off x="979032" y="5798872"/>
            <a:ext cx="2877211" cy="204626"/>
          </a:xfrm>
        </p:spPr>
        <p:txBody>
          <a:bodyPr lIns="0" tIns="0" rIns="0" bIns="0">
            <a:normAutofit/>
          </a:bodyPr>
          <a:lstStyle>
            <a:lvl1pPr marL="0" indent="0">
              <a:buNone/>
              <a:defRPr sz="1600" b="0" i="0">
                <a:solidFill>
                  <a:schemeClr val="bg1"/>
                </a:solidFill>
                <a:latin typeface="TD Graphik Semilight" panose="020B0503030202060203" pitchFamily="34" charset="77"/>
              </a:defRPr>
            </a:lvl1pPr>
          </a:lstStyle>
          <a:p>
            <a:pPr lvl="0"/>
            <a:r>
              <a:rPr lang="en-US"/>
              <a:t>Members</a:t>
            </a:r>
          </a:p>
        </p:txBody>
      </p:sp>
      <p:sp>
        <p:nvSpPr>
          <p:cNvPr id="15" name="Footer">
            <a:extLst>
              <a:ext uri="{FF2B5EF4-FFF2-40B4-BE49-F238E27FC236}">
                <a16:creationId xmlns:a16="http://schemas.microsoft.com/office/drawing/2014/main" id="{2B2ACADB-BB1A-2E19-FECE-6BC48CE3009E}"/>
              </a:ext>
            </a:extLst>
          </p:cNvPr>
          <p:cNvSpPr>
            <a:spLocks noGrp="1"/>
          </p:cNvSpPr>
          <p:nvPr>
            <p:ph type="ftr" sz="quarter" idx="3"/>
          </p:nvPr>
        </p:nvSpPr>
        <p:spPr>
          <a:xfrm>
            <a:off x="33062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pic>
        <p:nvPicPr>
          <p:cNvPr id="2" name="TD Shield" descr="TD shield logo in white and green.">
            <a:extLst>
              <a:ext uri="{FF2B5EF4-FFF2-40B4-BE49-F238E27FC236}">
                <a16:creationId xmlns:a16="http://schemas.microsoft.com/office/drawing/2014/main" id="{A81D4305-420E-247D-3213-AC539CC9B1F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21473" y="697514"/>
            <a:ext cx="916321" cy="820981"/>
          </a:xfrm>
          <a:prstGeom prst="rect">
            <a:avLst/>
          </a:prstGeom>
        </p:spPr>
      </p:pic>
    </p:spTree>
    <p:extLst>
      <p:ext uri="{BB962C8B-B14F-4D97-AF65-F5344CB8AC3E}">
        <p14:creationId xmlns:p14="http://schemas.microsoft.com/office/powerpoint/2010/main" val="691974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er with subhead, square image">
    <p:bg>
      <p:bgPr>
        <a:solidFill>
          <a:schemeClr val="bg1"/>
        </a:solidFill>
        <a:effectLst/>
      </p:bgPr>
    </p:bg>
    <p:spTree>
      <p:nvGrpSpPr>
        <p:cNvPr id="1" name=""/>
        <p:cNvGrpSpPr/>
        <p:nvPr/>
      </p:nvGrpSpPr>
      <p:grpSpPr>
        <a:xfrm>
          <a:off x="0" y="0"/>
          <a:ext cx="0" cy="0"/>
          <a:chOff x="0" y="0"/>
          <a:chExt cx="0" cy="0"/>
        </a:xfrm>
      </p:grpSpPr>
      <p:sp>
        <p:nvSpPr>
          <p:cNvPr id="3" name="Green rectangle">
            <a:extLst>
              <a:ext uri="{FF2B5EF4-FFF2-40B4-BE49-F238E27FC236}">
                <a16:creationId xmlns:a16="http://schemas.microsoft.com/office/drawing/2014/main" id="{475E0B0D-8DCA-A59C-CA51-B2AC9449831A}"/>
              </a:ext>
            </a:extLst>
          </p:cNvPr>
          <p:cNvSpPr/>
          <p:nvPr userDrawn="1"/>
        </p:nvSpPr>
        <p:spPr>
          <a:xfrm>
            <a:off x="9199424" y="0"/>
            <a:ext cx="2992576" cy="5918201"/>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8" name="Cover Title">
            <a:extLst>
              <a:ext uri="{FF2B5EF4-FFF2-40B4-BE49-F238E27FC236}">
                <a16:creationId xmlns:a16="http://schemas.microsoft.com/office/drawing/2014/main" id="{A0C316F8-5D8B-8E5F-1CBA-686E0F51ED3A}"/>
              </a:ext>
            </a:extLst>
          </p:cNvPr>
          <p:cNvSpPr>
            <a:spLocks noGrp="1"/>
          </p:cNvSpPr>
          <p:nvPr>
            <p:ph type="ctrTitle" hasCustomPrompt="1"/>
          </p:nvPr>
        </p:nvSpPr>
        <p:spPr>
          <a:xfrm>
            <a:off x="621474" y="2998626"/>
            <a:ext cx="4793909" cy="523560"/>
          </a:xfrm>
          <a:noFill/>
        </p:spPr>
        <p:txBody>
          <a:bodyPr lIns="0" tIns="0" rIns="0" bIns="0" anchor="t" anchorCtr="0">
            <a:noAutofit/>
          </a:bodyPr>
          <a:lstStyle>
            <a:lvl1pPr algn="l">
              <a:defRPr sz="4000" b="1" i="0">
                <a:solidFill>
                  <a:srgbClr val="038203"/>
                </a:solidFill>
                <a:latin typeface="TD Graphik Semibold" panose="020B0503030202060203" pitchFamily="34" charset="77"/>
              </a:defRPr>
            </a:lvl1pPr>
          </a:lstStyle>
          <a:p>
            <a:r>
              <a:rPr lang="en-US"/>
              <a:t>Insert title header.</a:t>
            </a:r>
          </a:p>
        </p:txBody>
      </p:sp>
      <p:sp>
        <p:nvSpPr>
          <p:cNvPr id="19" name="Subtitle">
            <a:extLst>
              <a:ext uri="{FF2B5EF4-FFF2-40B4-BE49-F238E27FC236}">
                <a16:creationId xmlns:a16="http://schemas.microsoft.com/office/drawing/2014/main" id="{839BE9B2-7AF6-0E7D-BDFF-A1CFFC863A9A}"/>
              </a:ext>
            </a:extLst>
          </p:cNvPr>
          <p:cNvSpPr>
            <a:spLocks noGrp="1"/>
          </p:cNvSpPr>
          <p:nvPr>
            <p:ph type="subTitle" idx="1" hasCustomPrompt="1"/>
          </p:nvPr>
        </p:nvSpPr>
        <p:spPr>
          <a:xfrm>
            <a:off x="621474" y="3652892"/>
            <a:ext cx="4793908" cy="307757"/>
          </a:xfrm>
        </p:spPr>
        <p:txBody>
          <a:bodyPr lIns="0" tIns="0" rIns="0" bIns="0">
            <a:noAutofit/>
          </a:bodyPr>
          <a:lstStyle>
            <a:lvl1pPr marL="0" indent="0" algn="l">
              <a:lnSpc>
                <a:spcPts val="2320"/>
              </a:lnSpc>
              <a:spcBef>
                <a:spcPts val="0"/>
              </a:spcBef>
              <a:buNone/>
              <a:defRPr sz="2000" b="0" i="0">
                <a:solidFill>
                  <a:srgbClr val="1C1C1C"/>
                </a:solidFill>
                <a:latin typeface="TD Graphik Semilight" panose="020B05030302020602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sz="2000">
                <a:effectLst/>
              </a:rPr>
              <a:t>Insert subhead here.</a:t>
            </a:r>
          </a:p>
        </p:txBody>
      </p:sp>
      <p:sp>
        <p:nvSpPr>
          <p:cNvPr id="14" name="Project Name">
            <a:extLst>
              <a:ext uri="{FF2B5EF4-FFF2-40B4-BE49-F238E27FC236}">
                <a16:creationId xmlns:a16="http://schemas.microsoft.com/office/drawing/2014/main" id="{CADECC70-6FA4-9354-6629-B06E3A676AD7}"/>
              </a:ext>
            </a:extLst>
          </p:cNvPr>
          <p:cNvSpPr>
            <a:spLocks noGrp="1"/>
          </p:cNvSpPr>
          <p:nvPr>
            <p:ph type="body" sz="quarter" idx="11" hasCustomPrompt="1"/>
          </p:nvPr>
        </p:nvSpPr>
        <p:spPr>
          <a:xfrm>
            <a:off x="621473" y="5506771"/>
            <a:ext cx="2055739" cy="216680"/>
          </a:xfrm>
        </p:spPr>
        <p:txBody>
          <a:bodyPr lIns="0" tIns="0" rIns="0" bIns="0">
            <a:noAutofit/>
          </a:bodyPr>
          <a:lstStyle>
            <a:lvl1pPr marL="0" indent="0">
              <a:buNone/>
              <a:defRPr sz="1600" baseline="0">
                <a:latin typeface="TD Graphik Medium" panose="020B0503030202060203" pitchFamily="34" charset="77"/>
              </a:defRPr>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Project Name</a:t>
            </a:r>
            <a:endParaRPr lang="en-US" sz="1600" b="1" i="0">
              <a:solidFill>
                <a:srgbClr val="1C1C1C"/>
              </a:solidFill>
              <a:latin typeface="TD Graphik Medium" panose="020B0503030202060203" pitchFamily="34" charset="77"/>
            </a:endParaRPr>
          </a:p>
        </p:txBody>
      </p:sp>
      <p:sp>
        <p:nvSpPr>
          <p:cNvPr id="15" name="Date">
            <a:extLst>
              <a:ext uri="{FF2B5EF4-FFF2-40B4-BE49-F238E27FC236}">
                <a16:creationId xmlns:a16="http://schemas.microsoft.com/office/drawing/2014/main" id="{65CA4DD4-BAA9-D177-C260-068D5D9AA160}"/>
              </a:ext>
            </a:extLst>
          </p:cNvPr>
          <p:cNvSpPr>
            <a:spLocks noGrp="1"/>
          </p:cNvSpPr>
          <p:nvPr>
            <p:ph type="body" sz="quarter" idx="12" hasCustomPrompt="1"/>
          </p:nvPr>
        </p:nvSpPr>
        <p:spPr>
          <a:xfrm>
            <a:off x="621473" y="5794035"/>
            <a:ext cx="2055739" cy="240950"/>
          </a:xfrm>
        </p:spPr>
        <p:txBody>
          <a:bodyPr lIns="0" tIns="0" rIns="0" bIns="0">
            <a:normAutofit/>
          </a:bodyPr>
          <a:lstStyle>
            <a:lvl1pPr marL="0" indent="0">
              <a:buNone/>
              <a:defRPr sz="1600" b="0" i="0">
                <a:latin typeface="TD Graphik Semilight" panose="020B0503030202060203" pitchFamily="34" charset="77"/>
              </a:defRPr>
            </a:lvl1pPr>
          </a:lstStyle>
          <a:p>
            <a:pPr lvl="0"/>
            <a:r>
              <a:rPr lang="en-US"/>
              <a:t>Date</a:t>
            </a:r>
          </a:p>
        </p:txBody>
      </p:sp>
      <p:sp>
        <p:nvSpPr>
          <p:cNvPr id="16" name="Team Name">
            <a:extLst>
              <a:ext uri="{FF2B5EF4-FFF2-40B4-BE49-F238E27FC236}">
                <a16:creationId xmlns:a16="http://schemas.microsoft.com/office/drawing/2014/main" id="{44ACFA7F-5714-A266-FA8F-4078B9A4B7D0}"/>
              </a:ext>
            </a:extLst>
          </p:cNvPr>
          <p:cNvSpPr>
            <a:spLocks noGrp="1"/>
          </p:cNvSpPr>
          <p:nvPr>
            <p:ph type="body" sz="quarter" idx="13" hasCustomPrompt="1"/>
          </p:nvPr>
        </p:nvSpPr>
        <p:spPr>
          <a:xfrm>
            <a:off x="3355282" y="5503371"/>
            <a:ext cx="2055739" cy="216680"/>
          </a:xfrm>
        </p:spPr>
        <p:txBody>
          <a:bodyPr lIns="0" tIns="0" rIns="0" bIns="0">
            <a:noAutofit/>
          </a:bodyPr>
          <a:lstStyle>
            <a:lvl1pPr marL="0" indent="0">
              <a:buNone/>
              <a:defRPr sz="1600" baseline="0">
                <a:latin typeface="TD Graphik Medium" panose="020B0503030202060203" pitchFamily="34" charset="77"/>
              </a:defRPr>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Team Name</a:t>
            </a:r>
            <a:endParaRPr lang="en-US" sz="1600" b="1" i="0">
              <a:solidFill>
                <a:srgbClr val="1C1C1C"/>
              </a:solidFill>
              <a:latin typeface="TD Graphik Medium" panose="020B0503030202060203" pitchFamily="34" charset="77"/>
            </a:endParaRPr>
          </a:p>
        </p:txBody>
      </p:sp>
      <p:sp>
        <p:nvSpPr>
          <p:cNvPr id="17" name="Members">
            <a:extLst>
              <a:ext uri="{FF2B5EF4-FFF2-40B4-BE49-F238E27FC236}">
                <a16:creationId xmlns:a16="http://schemas.microsoft.com/office/drawing/2014/main" id="{F3DA021E-E4C6-8E57-2411-60E3AA7E13C6}"/>
              </a:ext>
            </a:extLst>
          </p:cNvPr>
          <p:cNvSpPr>
            <a:spLocks noGrp="1"/>
          </p:cNvSpPr>
          <p:nvPr>
            <p:ph type="body" sz="quarter" idx="14" hasCustomPrompt="1"/>
          </p:nvPr>
        </p:nvSpPr>
        <p:spPr>
          <a:xfrm>
            <a:off x="3355282" y="5794035"/>
            <a:ext cx="2055739" cy="240950"/>
          </a:xfrm>
        </p:spPr>
        <p:txBody>
          <a:bodyPr lIns="0" tIns="0" rIns="0" bIns="0">
            <a:normAutofit/>
          </a:bodyPr>
          <a:lstStyle>
            <a:lvl1pPr marL="0" indent="0">
              <a:buNone/>
              <a:defRPr sz="1600" b="0" i="0">
                <a:latin typeface="TD Graphik Semilight" panose="020B0503030202060203" pitchFamily="34" charset="77"/>
              </a:defRPr>
            </a:lvl1pPr>
          </a:lstStyle>
          <a:p>
            <a:pPr lvl="0"/>
            <a:r>
              <a:rPr lang="en-US"/>
              <a:t>Members</a:t>
            </a:r>
          </a:p>
        </p:txBody>
      </p:sp>
      <p:pic>
        <p:nvPicPr>
          <p:cNvPr id="2" name="Image">
            <a:extLst>
              <a:ext uri="{FF2B5EF4-FFF2-40B4-BE49-F238E27FC236}">
                <a16:creationId xmlns:a16="http://schemas.microsoft.com/office/drawing/2014/main" id="{738765AE-C132-0E46-B308-624E7995BF92}"/>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913913" y="1536141"/>
            <a:ext cx="5321860" cy="5321859"/>
          </a:xfrm>
          <a:prstGeom prst="rect">
            <a:avLst/>
          </a:prstGeom>
        </p:spPr>
      </p:pic>
      <p:sp>
        <p:nvSpPr>
          <p:cNvPr id="20" name="Footer">
            <a:extLst>
              <a:ext uri="{FF2B5EF4-FFF2-40B4-BE49-F238E27FC236}">
                <a16:creationId xmlns:a16="http://schemas.microsoft.com/office/drawing/2014/main" id="{2AA19E1A-9A16-DB77-4CF5-B97FE7F82F42}"/>
              </a:ext>
            </a:extLst>
          </p:cNvPr>
          <p:cNvSpPr>
            <a:spLocks noGrp="1"/>
          </p:cNvSpPr>
          <p:nvPr>
            <p:ph type="ftr" sz="quarter" idx="3"/>
          </p:nvPr>
        </p:nvSpPr>
        <p:spPr>
          <a:xfrm>
            <a:off x="33062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cxnSp>
        <p:nvCxnSpPr>
          <p:cNvPr id="11" name="Project Name Keyline">
            <a:extLst>
              <a:ext uri="{FF2B5EF4-FFF2-40B4-BE49-F238E27FC236}">
                <a16:creationId xmlns:a16="http://schemas.microsoft.com/office/drawing/2014/main" id="{24EFD66A-3537-9A43-8E24-424A29214A4F}"/>
              </a:ext>
              <a:ext uri="{C183D7F6-B498-43B3-948B-1728B52AA6E4}">
                <adec:decorative xmlns:adec="http://schemas.microsoft.com/office/drawing/2017/decorative" val="1"/>
              </a:ext>
            </a:extLst>
          </p:cNvPr>
          <p:cNvCxnSpPr>
            <a:cxnSpLocks/>
          </p:cNvCxnSpPr>
          <p:nvPr userDrawn="1"/>
        </p:nvCxnSpPr>
        <p:spPr>
          <a:xfrm>
            <a:off x="621473" y="5412500"/>
            <a:ext cx="2055739" cy="0"/>
          </a:xfrm>
          <a:prstGeom prst="line">
            <a:avLst/>
          </a:prstGeom>
          <a:ln w="9525">
            <a:solidFill>
              <a:srgbClr val="1C1C1C"/>
            </a:solidFill>
          </a:ln>
        </p:spPr>
        <p:style>
          <a:lnRef idx="1">
            <a:schemeClr val="accent1"/>
          </a:lnRef>
          <a:fillRef idx="0">
            <a:schemeClr val="accent1"/>
          </a:fillRef>
          <a:effectRef idx="0">
            <a:schemeClr val="accent1"/>
          </a:effectRef>
          <a:fontRef idx="minor">
            <a:schemeClr val="tx1"/>
          </a:fontRef>
        </p:style>
      </p:cxnSp>
      <p:cxnSp>
        <p:nvCxnSpPr>
          <p:cNvPr id="13" name="Project Name Keyline">
            <a:extLst>
              <a:ext uri="{FF2B5EF4-FFF2-40B4-BE49-F238E27FC236}">
                <a16:creationId xmlns:a16="http://schemas.microsoft.com/office/drawing/2014/main" id="{694F0D3C-C28D-C3D9-1C87-C1F44775E0A0}"/>
              </a:ext>
              <a:ext uri="{C183D7F6-B498-43B3-948B-1728B52AA6E4}">
                <adec:decorative xmlns:adec="http://schemas.microsoft.com/office/drawing/2017/decorative" val="1"/>
              </a:ext>
            </a:extLst>
          </p:cNvPr>
          <p:cNvCxnSpPr>
            <a:cxnSpLocks/>
          </p:cNvCxnSpPr>
          <p:nvPr userDrawn="1"/>
        </p:nvCxnSpPr>
        <p:spPr>
          <a:xfrm>
            <a:off x="3345821" y="5412500"/>
            <a:ext cx="2069561" cy="0"/>
          </a:xfrm>
          <a:prstGeom prst="line">
            <a:avLst/>
          </a:prstGeom>
          <a:ln w="9525">
            <a:solidFill>
              <a:srgbClr val="1C1C1C"/>
            </a:solidFill>
          </a:ln>
        </p:spPr>
        <p:style>
          <a:lnRef idx="1">
            <a:schemeClr val="accent1"/>
          </a:lnRef>
          <a:fillRef idx="0">
            <a:schemeClr val="accent1"/>
          </a:fillRef>
          <a:effectRef idx="0">
            <a:schemeClr val="accent1"/>
          </a:effectRef>
          <a:fontRef idx="minor">
            <a:schemeClr val="tx1"/>
          </a:fontRef>
        </p:style>
      </p:cxnSp>
      <p:pic>
        <p:nvPicPr>
          <p:cNvPr id="21" name="TD Shield" descr="TD shield logo in white and green.">
            <a:extLst>
              <a:ext uri="{FF2B5EF4-FFF2-40B4-BE49-F238E27FC236}">
                <a16:creationId xmlns:a16="http://schemas.microsoft.com/office/drawing/2014/main" id="{577097CB-D349-80F8-4A2C-6A5C8EFB2C7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21473" y="697514"/>
            <a:ext cx="916321" cy="820981"/>
          </a:xfrm>
          <a:prstGeom prst="rect">
            <a:avLst/>
          </a:prstGeom>
        </p:spPr>
      </p:pic>
    </p:spTree>
    <p:extLst>
      <p:ext uri="{BB962C8B-B14F-4D97-AF65-F5344CB8AC3E}">
        <p14:creationId xmlns:p14="http://schemas.microsoft.com/office/powerpoint/2010/main" val="392482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eader with subhead, portrait image">
    <p:bg>
      <p:bgPr>
        <a:solidFill>
          <a:schemeClr val="bg1"/>
        </a:solidFill>
        <a:effectLst/>
      </p:bgPr>
    </p:bg>
    <p:spTree>
      <p:nvGrpSpPr>
        <p:cNvPr id="1" name=""/>
        <p:cNvGrpSpPr/>
        <p:nvPr/>
      </p:nvGrpSpPr>
      <p:grpSpPr>
        <a:xfrm>
          <a:off x="0" y="0"/>
          <a:ext cx="0" cy="0"/>
          <a:chOff x="0" y="0"/>
          <a:chExt cx="0" cy="0"/>
        </a:xfrm>
      </p:grpSpPr>
      <p:sp>
        <p:nvSpPr>
          <p:cNvPr id="18" name="Cover Title">
            <a:extLst>
              <a:ext uri="{FF2B5EF4-FFF2-40B4-BE49-F238E27FC236}">
                <a16:creationId xmlns:a16="http://schemas.microsoft.com/office/drawing/2014/main" id="{A0C316F8-5D8B-8E5F-1CBA-686E0F51ED3A}"/>
              </a:ext>
            </a:extLst>
          </p:cNvPr>
          <p:cNvSpPr>
            <a:spLocks noGrp="1"/>
          </p:cNvSpPr>
          <p:nvPr>
            <p:ph type="ctrTitle" hasCustomPrompt="1"/>
          </p:nvPr>
        </p:nvSpPr>
        <p:spPr>
          <a:xfrm>
            <a:off x="612047" y="2861952"/>
            <a:ext cx="5573208" cy="565723"/>
          </a:xfrm>
          <a:noFill/>
        </p:spPr>
        <p:txBody>
          <a:bodyPr lIns="0" tIns="0" rIns="0" bIns="0" anchor="t" anchorCtr="0">
            <a:noAutofit/>
          </a:bodyPr>
          <a:lstStyle>
            <a:lvl1pPr algn="l">
              <a:defRPr sz="4000" b="1" i="0">
                <a:solidFill>
                  <a:srgbClr val="1C1C1C"/>
                </a:solidFill>
                <a:latin typeface="TD Graphik Semibold" panose="020B0503030202060203" pitchFamily="34" charset="77"/>
              </a:defRPr>
            </a:lvl1pPr>
          </a:lstStyle>
          <a:p>
            <a:r>
              <a:rPr lang="en-US"/>
              <a:t>Insert title header.</a:t>
            </a:r>
          </a:p>
        </p:txBody>
      </p:sp>
      <p:sp>
        <p:nvSpPr>
          <p:cNvPr id="13" name="Subtitle">
            <a:extLst>
              <a:ext uri="{FF2B5EF4-FFF2-40B4-BE49-F238E27FC236}">
                <a16:creationId xmlns:a16="http://schemas.microsoft.com/office/drawing/2014/main" id="{2543B0B5-8F03-16C2-6349-32FC7F7C9BE6}"/>
              </a:ext>
            </a:extLst>
          </p:cNvPr>
          <p:cNvSpPr>
            <a:spLocks noGrp="1"/>
          </p:cNvSpPr>
          <p:nvPr>
            <p:ph type="subTitle" idx="1" hasCustomPrompt="1"/>
          </p:nvPr>
        </p:nvSpPr>
        <p:spPr>
          <a:xfrm>
            <a:off x="612048" y="3519233"/>
            <a:ext cx="5573208" cy="278734"/>
          </a:xfrm>
        </p:spPr>
        <p:txBody>
          <a:bodyPr lIns="0" tIns="0" rIns="0" bIns="0">
            <a:noAutofit/>
          </a:bodyPr>
          <a:lstStyle>
            <a:lvl1pPr marL="0" indent="0" algn="l">
              <a:lnSpc>
                <a:spcPts val="2320"/>
              </a:lnSpc>
              <a:spcBef>
                <a:spcPts val="0"/>
              </a:spcBef>
              <a:buNone/>
              <a:defRPr sz="2000" b="0" i="0">
                <a:solidFill>
                  <a:srgbClr val="1C1C1C"/>
                </a:solidFill>
                <a:latin typeface="TD Graphik Regular" panose="020B05030302020602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sz="2000">
                <a:effectLst/>
              </a:rPr>
              <a:t>Insert subhead here.</a:t>
            </a:r>
          </a:p>
        </p:txBody>
      </p:sp>
      <p:sp>
        <p:nvSpPr>
          <p:cNvPr id="22" name="Project Name">
            <a:extLst>
              <a:ext uri="{FF2B5EF4-FFF2-40B4-BE49-F238E27FC236}">
                <a16:creationId xmlns:a16="http://schemas.microsoft.com/office/drawing/2014/main" id="{5E8C32DF-0DF2-60BC-923B-F22700A93214}"/>
              </a:ext>
            </a:extLst>
          </p:cNvPr>
          <p:cNvSpPr>
            <a:spLocks noGrp="1"/>
          </p:cNvSpPr>
          <p:nvPr>
            <p:ph type="body" sz="quarter" idx="11" hasCustomPrompt="1"/>
          </p:nvPr>
        </p:nvSpPr>
        <p:spPr>
          <a:xfrm>
            <a:off x="612047" y="5340394"/>
            <a:ext cx="2332649" cy="204626"/>
          </a:xfrm>
        </p:spPr>
        <p:txBody>
          <a:bodyPr lIns="0" tIns="0" rIns="0" bIns="0">
            <a:noAutofit/>
          </a:bodyPr>
          <a:lstStyle>
            <a:lvl1pPr marL="0" indent="0">
              <a:buNone/>
              <a:defRPr sz="1600" baseline="0">
                <a:latin typeface="TD Graphik Medium" panose="020B0503030202060203" pitchFamily="34" charset="77"/>
              </a:defRPr>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Project Name</a:t>
            </a:r>
            <a:endParaRPr lang="en-US" sz="1600" b="1" i="0">
              <a:solidFill>
                <a:srgbClr val="1C1C1C"/>
              </a:solidFill>
              <a:latin typeface="TD Graphik Medium" panose="020B0503030202060203" pitchFamily="34" charset="77"/>
            </a:endParaRPr>
          </a:p>
        </p:txBody>
      </p:sp>
      <p:sp>
        <p:nvSpPr>
          <p:cNvPr id="23" name="Date">
            <a:extLst>
              <a:ext uri="{FF2B5EF4-FFF2-40B4-BE49-F238E27FC236}">
                <a16:creationId xmlns:a16="http://schemas.microsoft.com/office/drawing/2014/main" id="{A9A32B99-9D8F-7DF9-3972-83CDD1402EE9}"/>
              </a:ext>
            </a:extLst>
          </p:cNvPr>
          <p:cNvSpPr>
            <a:spLocks noGrp="1"/>
          </p:cNvSpPr>
          <p:nvPr>
            <p:ph type="body" sz="quarter" idx="12" hasCustomPrompt="1"/>
          </p:nvPr>
        </p:nvSpPr>
        <p:spPr>
          <a:xfrm>
            <a:off x="612047" y="5619129"/>
            <a:ext cx="2332649" cy="204626"/>
          </a:xfrm>
        </p:spPr>
        <p:txBody>
          <a:bodyPr lIns="0" tIns="0" rIns="0" bIns="0">
            <a:noAutofit/>
          </a:bodyPr>
          <a:lstStyle>
            <a:lvl1pPr marL="0" indent="0">
              <a:buNone/>
              <a:defRPr sz="1600" b="0" i="0">
                <a:latin typeface="TD Graphik Semilight" panose="020B0503030202060203" pitchFamily="34" charset="77"/>
              </a:defRPr>
            </a:lvl1pPr>
          </a:lstStyle>
          <a:p>
            <a:pPr lvl="0"/>
            <a:r>
              <a:rPr lang="en-US"/>
              <a:t>Date</a:t>
            </a:r>
          </a:p>
        </p:txBody>
      </p:sp>
      <p:sp>
        <p:nvSpPr>
          <p:cNvPr id="24" name="Team Name">
            <a:extLst>
              <a:ext uri="{FF2B5EF4-FFF2-40B4-BE49-F238E27FC236}">
                <a16:creationId xmlns:a16="http://schemas.microsoft.com/office/drawing/2014/main" id="{21776894-8F20-0B03-721D-7D836514FE84}"/>
              </a:ext>
            </a:extLst>
          </p:cNvPr>
          <p:cNvSpPr>
            <a:spLocks noGrp="1"/>
          </p:cNvSpPr>
          <p:nvPr>
            <p:ph type="body" sz="quarter" idx="13" hasCustomPrompt="1"/>
          </p:nvPr>
        </p:nvSpPr>
        <p:spPr>
          <a:xfrm>
            <a:off x="3864317" y="5340394"/>
            <a:ext cx="2339793" cy="204626"/>
          </a:xfrm>
        </p:spPr>
        <p:txBody>
          <a:bodyPr lIns="0" tIns="0" rIns="0" bIns="0">
            <a:noAutofit/>
          </a:bodyPr>
          <a:lstStyle>
            <a:lvl1pPr marL="0" indent="0">
              <a:buNone/>
              <a:defRPr sz="1600" baseline="0">
                <a:latin typeface="TD Graphik Medium" panose="020B0503030202060203" pitchFamily="34" charset="77"/>
              </a:defRPr>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Team Name</a:t>
            </a:r>
            <a:endParaRPr lang="en-US" sz="1600" b="1" i="0">
              <a:solidFill>
                <a:srgbClr val="1C1C1C"/>
              </a:solidFill>
              <a:latin typeface="TD Graphik Medium" panose="020B0503030202060203" pitchFamily="34" charset="77"/>
            </a:endParaRPr>
          </a:p>
        </p:txBody>
      </p:sp>
      <p:sp>
        <p:nvSpPr>
          <p:cNvPr id="25" name="Members">
            <a:extLst>
              <a:ext uri="{FF2B5EF4-FFF2-40B4-BE49-F238E27FC236}">
                <a16:creationId xmlns:a16="http://schemas.microsoft.com/office/drawing/2014/main" id="{70A86E91-D4B4-C415-6DAE-626D07105EA0}"/>
              </a:ext>
            </a:extLst>
          </p:cNvPr>
          <p:cNvSpPr>
            <a:spLocks noGrp="1"/>
          </p:cNvSpPr>
          <p:nvPr>
            <p:ph type="body" sz="quarter" idx="14" hasCustomPrompt="1"/>
          </p:nvPr>
        </p:nvSpPr>
        <p:spPr>
          <a:xfrm>
            <a:off x="3864317" y="5621631"/>
            <a:ext cx="2339793" cy="204626"/>
          </a:xfrm>
        </p:spPr>
        <p:txBody>
          <a:bodyPr lIns="0" tIns="0" rIns="0" bIns="0">
            <a:noAutofit/>
          </a:bodyPr>
          <a:lstStyle>
            <a:lvl1pPr marL="0" indent="0">
              <a:buNone/>
              <a:defRPr sz="1600" b="0" i="0">
                <a:latin typeface="TD Graphik Semilight" panose="020B0503030202060203" pitchFamily="34" charset="77"/>
              </a:defRPr>
            </a:lvl1pPr>
          </a:lstStyle>
          <a:p>
            <a:pPr lvl="0"/>
            <a:r>
              <a:rPr lang="en-US"/>
              <a:t>Members</a:t>
            </a:r>
          </a:p>
        </p:txBody>
      </p:sp>
      <p:cxnSp>
        <p:nvCxnSpPr>
          <p:cNvPr id="14" name="Project Name Keyline">
            <a:extLst>
              <a:ext uri="{FF2B5EF4-FFF2-40B4-BE49-F238E27FC236}">
                <a16:creationId xmlns:a16="http://schemas.microsoft.com/office/drawing/2014/main" id="{FA3D0A7C-B04E-F43D-C56F-9530A949AC63}"/>
              </a:ext>
              <a:ext uri="{C183D7F6-B498-43B3-948B-1728B52AA6E4}">
                <adec:decorative xmlns:adec="http://schemas.microsoft.com/office/drawing/2017/decorative" val="1"/>
              </a:ext>
            </a:extLst>
          </p:cNvPr>
          <p:cNvCxnSpPr>
            <a:cxnSpLocks/>
          </p:cNvCxnSpPr>
          <p:nvPr userDrawn="1"/>
        </p:nvCxnSpPr>
        <p:spPr>
          <a:xfrm>
            <a:off x="612047" y="5241056"/>
            <a:ext cx="2332649" cy="0"/>
          </a:xfrm>
          <a:prstGeom prst="line">
            <a:avLst/>
          </a:prstGeom>
          <a:ln w="9525">
            <a:solidFill>
              <a:srgbClr val="1C1C1C"/>
            </a:solidFill>
          </a:ln>
        </p:spPr>
        <p:style>
          <a:lnRef idx="1">
            <a:schemeClr val="accent1"/>
          </a:lnRef>
          <a:fillRef idx="0">
            <a:schemeClr val="accent1"/>
          </a:fillRef>
          <a:effectRef idx="0">
            <a:schemeClr val="accent1"/>
          </a:effectRef>
          <a:fontRef idx="minor">
            <a:schemeClr val="tx1"/>
          </a:fontRef>
        </p:style>
      </p:cxnSp>
      <p:cxnSp>
        <p:nvCxnSpPr>
          <p:cNvPr id="4" name="Project Name Keyline">
            <a:extLst>
              <a:ext uri="{FF2B5EF4-FFF2-40B4-BE49-F238E27FC236}">
                <a16:creationId xmlns:a16="http://schemas.microsoft.com/office/drawing/2014/main" id="{328B3EC8-F270-3BC2-43DA-19082AC649A9}"/>
              </a:ext>
              <a:ext uri="{C183D7F6-B498-43B3-948B-1728B52AA6E4}">
                <adec:decorative xmlns:adec="http://schemas.microsoft.com/office/drawing/2017/decorative" val="1"/>
              </a:ext>
            </a:extLst>
          </p:cNvPr>
          <p:cNvCxnSpPr>
            <a:cxnSpLocks/>
          </p:cNvCxnSpPr>
          <p:nvPr userDrawn="1"/>
        </p:nvCxnSpPr>
        <p:spPr>
          <a:xfrm>
            <a:off x="3864296" y="5241056"/>
            <a:ext cx="2332649" cy="0"/>
          </a:xfrm>
          <a:prstGeom prst="line">
            <a:avLst/>
          </a:prstGeom>
          <a:ln w="9525">
            <a:solidFill>
              <a:srgbClr val="1C1C1C"/>
            </a:solidFill>
          </a:ln>
        </p:spPr>
        <p:style>
          <a:lnRef idx="1">
            <a:schemeClr val="accent1"/>
          </a:lnRef>
          <a:fillRef idx="0">
            <a:schemeClr val="accent1"/>
          </a:fillRef>
          <a:effectRef idx="0">
            <a:schemeClr val="accent1"/>
          </a:effectRef>
          <a:fontRef idx="minor">
            <a:schemeClr val="tx1"/>
          </a:fontRef>
        </p:style>
      </p:cxnSp>
      <p:pic>
        <p:nvPicPr>
          <p:cNvPr id="5" name="TD Shield" descr="TD shield logo in white and green.">
            <a:extLst>
              <a:ext uri="{FF2B5EF4-FFF2-40B4-BE49-F238E27FC236}">
                <a16:creationId xmlns:a16="http://schemas.microsoft.com/office/drawing/2014/main" id="{8D7DD2F1-371D-DC49-00E5-88138320DEF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21473" y="697514"/>
            <a:ext cx="916321" cy="820981"/>
          </a:xfrm>
          <a:prstGeom prst="rect">
            <a:avLst/>
          </a:prstGeom>
        </p:spPr>
      </p:pic>
      <p:pic>
        <p:nvPicPr>
          <p:cNvPr id="15" name="Image">
            <a:extLst>
              <a:ext uri="{FF2B5EF4-FFF2-40B4-BE49-F238E27FC236}">
                <a16:creationId xmlns:a16="http://schemas.microsoft.com/office/drawing/2014/main" id="{8C509393-154F-B9CC-F2E0-A0034B03B78B}"/>
              </a:ext>
              <a:ext uri="{C183D7F6-B498-43B3-948B-1728B52AA6E4}">
                <adec:decorative xmlns:adec="http://schemas.microsoft.com/office/drawing/2017/decorative" val="1"/>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7082971" y="-2648"/>
            <a:ext cx="5109028" cy="6860648"/>
          </a:xfrm>
          <a:prstGeom prst="rect">
            <a:avLst/>
          </a:prstGeom>
        </p:spPr>
      </p:pic>
      <p:sp>
        <p:nvSpPr>
          <p:cNvPr id="17" name="Footer">
            <a:extLst>
              <a:ext uri="{FF2B5EF4-FFF2-40B4-BE49-F238E27FC236}">
                <a16:creationId xmlns:a16="http://schemas.microsoft.com/office/drawing/2014/main" id="{B95D2D5F-8858-56FB-F596-4F634D2500A7}"/>
              </a:ext>
            </a:extLst>
          </p:cNvPr>
          <p:cNvSpPr>
            <a:spLocks noGrp="1"/>
          </p:cNvSpPr>
          <p:nvPr>
            <p:ph type="ftr" sz="quarter" idx="3"/>
          </p:nvPr>
        </p:nvSpPr>
        <p:spPr>
          <a:xfrm>
            <a:off x="33062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spTree>
    <p:extLst>
      <p:ext uri="{BB962C8B-B14F-4D97-AF65-F5344CB8AC3E}">
        <p14:creationId xmlns:p14="http://schemas.microsoft.com/office/powerpoint/2010/main" val="1705968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with subhead, portrait illustration">
    <p:bg>
      <p:bgPr>
        <a:solidFill>
          <a:schemeClr val="bg1"/>
        </a:solidFill>
        <a:effectLst/>
      </p:bgPr>
    </p:bg>
    <p:spTree>
      <p:nvGrpSpPr>
        <p:cNvPr id="1" name=""/>
        <p:cNvGrpSpPr/>
        <p:nvPr/>
      </p:nvGrpSpPr>
      <p:grpSpPr>
        <a:xfrm>
          <a:off x="0" y="0"/>
          <a:ext cx="0" cy="0"/>
          <a:chOff x="0" y="0"/>
          <a:chExt cx="0" cy="0"/>
        </a:xfrm>
      </p:grpSpPr>
      <p:sp>
        <p:nvSpPr>
          <p:cNvPr id="14" name="Cover Title">
            <a:extLst>
              <a:ext uri="{FF2B5EF4-FFF2-40B4-BE49-F238E27FC236}">
                <a16:creationId xmlns:a16="http://schemas.microsoft.com/office/drawing/2014/main" id="{5A8DC3D6-318A-6DCD-81E0-1C6A1A6569E2}"/>
              </a:ext>
            </a:extLst>
          </p:cNvPr>
          <p:cNvSpPr>
            <a:spLocks noGrp="1"/>
          </p:cNvSpPr>
          <p:nvPr>
            <p:ph type="ctrTitle" hasCustomPrompt="1"/>
          </p:nvPr>
        </p:nvSpPr>
        <p:spPr>
          <a:xfrm>
            <a:off x="612047" y="2861952"/>
            <a:ext cx="5573208" cy="565723"/>
          </a:xfrm>
          <a:noFill/>
        </p:spPr>
        <p:txBody>
          <a:bodyPr lIns="0" tIns="0" rIns="0" bIns="0" anchor="t" anchorCtr="0">
            <a:noAutofit/>
          </a:bodyPr>
          <a:lstStyle>
            <a:lvl1pPr algn="l">
              <a:defRPr sz="4000" b="1" i="0">
                <a:solidFill>
                  <a:srgbClr val="1C1C1C"/>
                </a:solidFill>
                <a:latin typeface="TD Graphik Semibold" panose="020B0503030202060203" pitchFamily="34" charset="77"/>
              </a:defRPr>
            </a:lvl1pPr>
          </a:lstStyle>
          <a:p>
            <a:r>
              <a:rPr lang="en-US"/>
              <a:t>Insert title header.</a:t>
            </a:r>
          </a:p>
        </p:txBody>
      </p:sp>
      <p:sp>
        <p:nvSpPr>
          <p:cNvPr id="13" name="Subtitle">
            <a:extLst>
              <a:ext uri="{FF2B5EF4-FFF2-40B4-BE49-F238E27FC236}">
                <a16:creationId xmlns:a16="http://schemas.microsoft.com/office/drawing/2014/main" id="{86D63C56-F6AE-D182-FA5E-9800AFA80261}"/>
              </a:ext>
            </a:extLst>
          </p:cNvPr>
          <p:cNvSpPr>
            <a:spLocks noGrp="1"/>
          </p:cNvSpPr>
          <p:nvPr>
            <p:ph type="subTitle" idx="1" hasCustomPrompt="1"/>
          </p:nvPr>
        </p:nvSpPr>
        <p:spPr>
          <a:xfrm>
            <a:off x="612048" y="3519233"/>
            <a:ext cx="5573208" cy="278734"/>
          </a:xfrm>
        </p:spPr>
        <p:txBody>
          <a:bodyPr lIns="0" tIns="0" rIns="0" bIns="0">
            <a:noAutofit/>
          </a:bodyPr>
          <a:lstStyle>
            <a:lvl1pPr marL="0" indent="0" algn="l">
              <a:lnSpc>
                <a:spcPts val="2320"/>
              </a:lnSpc>
              <a:spcBef>
                <a:spcPts val="0"/>
              </a:spcBef>
              <a:buNone/>
              <a:defRPr sz="2000" b="0" i="0">
                <a:solidFill>
                  <a:srgbClr val="1C1C1C"/>
                </a:solidFill>
                <a:latin typeface="TD Graphik Regular" panose="020B05030302020602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sz="2000">
                <a:effectLst/>
              </a:rPr>
              <a:t>Insert subhead here.</a:t>
            </a:r>
          </a:p>
        </p:txBody>
      </p:sp>
      <p:sp>
        <p:nvSpPr>
          <p:cNvPr id="11" name="Project Name">
            <a:extLst>
              <a:ext uri="{FF2B5EF4-FFF2-40B4-BE49-F238E27FC236}">
                <a16:creationId xmlns:a16="http://schemas.microsoft.com/office/drawing/2014/main" id="{62004CBA-AFA5-4F95-1A72-496A4A0F0DF4}"/>
              </a:ext>
            </a:extLst>
          </p:cNvPr>
          <p:cNvSpPr>
            <a:spLocks noGrp="1"/>
          </p:cNvSpPr>
          <p:nvPr>
            <p:ph type="body" sz="quarter" idx="11" hasCustomPrompt="1"/>
          </p:nvPr>
        </p:nvSpPr>
        <p:spPr>
          <a:xfrm>
            <a:off x="612047" y="5340394"/>
            <a:ext cx="2332649" cy="204626"/>
          </a:xfrm>
        </p:spPr>
        <p:txBody>
          <a:bodyPr lIns="0" tIns="0" rIns="0" bIns="0">
            <a:noAutofit/>
          </a:bodyPr>
          <a:lstStyle>
            <a:lvl1pPr marL="0" indent="0">
              <a:buNone/>
              <a:defRPr sz="1600" baseline="0">
                <a:latin typeface="TD Graphik Medium" panose="020B0503030202060203" pitchFamily="34" charset="77"/>
              </a:defRPr>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Project Name</a:t>
            </a:r>
            <a:endParaRPr lang="en-US" sz="1600" b="1" i="0">
              <a:solidFill>
                <a:srgbClr val="1C1C1C"/>
              </a:solidFill>
              <a:latin typeface="TD Graphik Medium" panose="020B0503030202060203" pitchFamily="34" charset="77"/>
            </a:endParaRPr>
          </a:p>
        </p:txBody>
      </p:sp>
      <p:sp>
        <p:nvSpPr>
          <p:cNvPr id="9" name="Date">
            <a:extLst>
              <a:ext uri="{FF2B5EF4-FFF2-40B4-BE49-F238E27FC236}">
                <a16:creationId xmlns:a16="http://schemas.microsoft.com/office/drawing/2014/main" id="{896EBFBB-5DD3-8339-14D4-8A9FA84A9035}"/>
              </a:ext>
            </a:extLst>
          </p:cNvPr>
          <p:cNvSpPr>
            <a:spLocks noGrp="1"/>
          </p:cNvSpPr>
          <p:nvPr>
            <p:ph type="body" sz="quarter" idx="12" hasCustomPrompt="1"/>
          </p:nvPr>
        </p:nvSpPr>
        <p:spPr>
          <a:xfrm>
            <a:off x="612047" y="5619129"/>
            <a:ext cx="2332649" cy="204626"/>
          </a:xfrm>
        </p:spPr>
        <p:txBody>
          <a:bodyPr lIns="0" tIns="0" rIns="0" bIns="0">
            <a:noAutofit/>
          </a:bodyPr>
          <a:lstStyle>
            <a:lvl1pPr marL="0" indent="0">
              <a:buNone/>
              <a:defRPr sz="1600" b="0" i="0">
                <a:latin typeface="TD Graphik Semilight" panose="020B0503030202060203" pitchFamily="34" charset="77"/>
              </a:defRPr>
            </a:lvl1pPr>
          </a:lstStyle>
          <a:p>
            <a:pPr lvl="0"/>
            <a:r>
              <a:rPr lang="en-US"/>
              <a:t>Date</a:t>
            </a:r>
          </a:p>
        </p:txBody>
      </p:sp>
      <p:sp>
        <p:nvSpPr>
          <p:cNvPr id="8" name="Team Name">
            <a:extLst>
              <a:ext uri="{FF2B5EF4-FFF2-40B4-BE49-F238E27FC236}">
                <a16:creationId xmlns:a16="http://schemas.microsoft.com/office/drawing/2014/main" id="{9E724BF4-4EB8-2148-FFFC-A6E0E1F1D036}"/>
              </a:ext>
            </a:extLst>
          </p:cNvPr>
          <p:cNvSpPr>
            <a:spLocks noGrp="1"/>
          </p:cNvSpPr>
          <p:nvPr>
            <p:ph type="body" sz="quarter" idx="13" hasCustomPrompt="1"/>
          </p:nvPr>
        </p:nvSpPr>
        <p:spPr>
          <a:xfrm>
            <a:off x="3864317" y="5340394"/>
            <a:ext cx="2339793" cy="204626"/>
          </a:xfrm>
        </p:spPr>
        <p:txBody>
          <a:bodyPr lIns="0" tIns="0" rIns="0" bIns="0">
            <a:noAutofit/>
          </a:bodyPr>
          <a:lstStyle>
            <a:lvl1pPr marL="0" indent="0">
              <a:buNone/>
              <a:defRPr sz="1600" baseline="0">
                <a:latin typeface="TD Graphik Medium" panose="020B0503030202060203" pitchFamily="34" charset="77"/>
              </a:defRPr>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Team Name</a:t>
            </a:r>
            <a:endParaRPr lang="en-US" sz="1600" b="1" i="0">
              <a:solidFill>
                <a:srgbClr val="1C1C1C"/>
              </a:solidFill>
              <a:latin typeface="TD Graphik Medium" panose="020B0503030202060203" pitchFamily="34" charset="77"/>
            </a:endParaRPr>
          </a:p>
        </p:txBody>
      </p:sp>
      <p:sp>
        <p:nvSpPr>
          <p:cNvPr id="7" name="Members">
            <a:extLst>
              <a:ext uri="{FF2B5EF4-FFF2-40B4-BE49-F238E27FC236}">
                <a16:creationId xmlns:a16="http://schemas.microsoft.com/office/drawing/2014/main" id="{D4062962-C1DC-3F3B-FCC1-01EAAC711628}"/>
              </a:ext>
            </a:extLst>
          </p:cNvPr>
          <p:cNvSpPr>
            <a:spLocks noGrp="1"/>
          </p:cNvSpPr>
          <p:nvPr>
            <p:ph type="body" sz="quarter" idx="14" hasCustomPrompt="1"/>
          </p:nvPr>
        </p:nvSpPr>
        <p:spPr>
          <a:xfrm>
            <a:off x="3864317" y="5621631"/>
            <a:ext cx="2339793" cy="204626"/>
          </a:xfrm>
        </p:spPr>
        <p:txBody>
          <a:bodyPr lIns="0" tIns="0" rIns="0" bIns="0">
            <a:noAutofit/>
          </a:bodyPr>
          <a:lstStyle>
            <a:lvl1pPr marL="0" indent="0">
              <a:buNone/>
              <a:defRPr sz="1600" b="0" i="0">
                <a:latin typeface="TD Graphik Semilight" panose="020B0503030202060203" pitchFamily="34" charset="77"/>
              </a:defRPr>
            </a:lvl1pPr>
          </a:lstStyle>
          <a:p>
            <a:pPr lvl="0"/>
            <a:r>
              <a:rPr lang="en-US"/>
              <a:t>Members</a:t>
            </a:r>
          </a:p>
        </p:txBody>
      </p:sp>
      <p:sp>
        <p:nvSpPr>
          <p:cNvPr id="18" name="Footer">
            <a:extLst>
              <a:ext uri="{FF2B5EF4-FFF2-40B4-BE49-F238E27FC236}">
                <a16:creationId xmlns:a16="http://schemas.microsoft.com/office/drawing/2014/main" id="{9155EF0A-233C-7433-90C4-F317BA4DF19A}"/>
              </a:ext>
            </a:extLst>
          </p:cNvPr>
          <p:cNvSpPr>
            <a:spLocks noGrp="1"/>
          </p:cNvSpPr>
          <p:nvPr>
            <p:ph type="ftr" sz="quarter" idx="3"/>
          </p:nvPr>
        </p:nvSpPr>
        <p:spPr>
          <a:xfrm>
            <a:off x="33062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cxnSp>
        <p:nvCxnSpPr>
          <p:cNvPr id="12" name="Project Name Keyline">
            <a:extLst>
              <a:ext uri="{FF2B5EF4-FFF2-40B4-BE49-F238E27FC236}">
                <a16:creationId xmlns:a16="http://schemas.microsoft.com/office/drawing/2014/main" id="{A827D331-176C-067C-348D-302B06AA2B21}"/>
              </a:ext>
              <a:ext uri="{C183D7F6-B498-43B3-948B-1728B52AA6E4}">
                <adec:decorative xmlns:adec="http://schemas.microsoft.com/office/drawing/2017/decorative" val="1"/>
              </a:ext>
            </a:extLst>
          </p:cNvPr>
          <p:cNvCxnSpPr>
            <a:cxnSpLocks/>
          </p:cNvCxnSpPr>
          <p:nvPr userDrawn="1"/>
        </p:nvCxnSpPr>
        <p:spPr>
          <a:xfrm>
            <a:off x="612047" y="5241056"/>
            <a:ext cx="2332649" cy="0"/>
          </a:xfrm>
          <a:prstGeom prst="line">
            <a:avLst/>
          </a:prstGeom>
          <a:ln w="9525">
            <a:solidFill>
              <a:srgbClr val="1C1C1C"/>
            </a:solidFill>
          </a:ln>
        </p:spPr>
        <p:style>
          <a:lnRef idx="1">
            <a:schemeClr val="accent1"/>
          </a:lnRef>
          <a:fillRef idx="0">
            <a:schemeClr val="accent1"/>
          </a:fillRef>
          <a:effectRef idx="0">
            <a:schemeClr val="accent1"/>
          </a:effectRef>
          <a:fontRef idx="minor">
            <a:schemeClr val="tx1"/>
          </a:fontRef>
        </p:style>
      </p:cxnSp>
      <p:cxnSp>
        <p:nvCxnSpPr>
          <p:cNvPr id="15" name="Project Name Keyline">
            <a:extLst>
              <a:ext uri="{FF2B5EF4-FFF2-40B4-BE49-F238E27FC236}">
                <a16:creationId xmlns:a16="http://schemas.microsoft.com/office/drawing/2014/main" id="{82FDBDCD-EC27-747E-DA1F-C1EF60744D94}"/>
              </a:ext>
              <a:ext uri="{C183D7F6-B498-43B3-948B-1728B52AA6E4}">
                <adec:decorative xmlns:adec="http://schemas.microsoft.com/office/drawing/2017/decorative" val="1"/>
              </a:ext>
            </a:extLst>
          </p:cNvPr>
          <p:cNvCxnSpPr>
            <a:cxnSpLocks/>
          </p:cNvCxnSpPr>
          <p:nvPr userDrawn="1"/>
        </p:nvCxnSpPr>
        <p:spPr>
          <a:xfrm>
            <a:off x="3864296" y="5241056"/>
            <a:ext cx="2332649" cy="0"/>
          </a:xfrm>
          <a:prstGeom prst="line">
            <a:avLst/>
          </a:prstGeom>
          <a:ln w="9525">
            <a:solidFill>
              <a:srgbClr val="1C1C1C"/>
            </a:solidFill>
          </a:ln>
        </p:spPr>
        <p:style>
          <a:lnRef idx="1">
            <a:schemeClr val="accent1"/>
          </a:lnRef>
          <a:fillRef idx="0">
            <a:schemeClr val="accent1"/>
          </a:fillRef>
          <a:effectRef idx="0">
            <a:schemeClr val="accent1"/>
          </a:effectRef>
          <a:fontRef idx="minor">
            <a:schemeClr val="tx1"/>
          </a:fontRef>
        </p:style>
      </p:cxnSp>
      <p:sp>
        <p:nvSpPr>
          <p:cNvPr id="27" name="Page Number">
            <a:extLst>
              <a:ext uri="{FF2B5EF4-FFF2-40B4-BE49-F238E27FC236}">
                <a16:creationId xmlns:a16="http://schemas.microsoft.com/office/drawing/2014/main" id="{6F5B26FD-6321-ADCB-4B4A-438140359182}"/>
              </a:ext>
            </a:extLst>
          </p:cNvPr>
          <p:cNvSpPr/>
          <p:nvPr userDrawn="1"/>
        </p:nvSpPr>
        <p:spPr>
          <a:xfrm>
            <a:off x="11067916" y="6473448"/>
            <a:ext cx="874486" cy="231117"/>
          </a:xfrm>
          <a:prstGeom prst="rect">
            <a:avLst/>
          </a:prstGeom>
          <a:noFill/>
          <a:ln/>
          <a:effectLst/>
        </p:spPr>
        <p:txBody>
          <a:bodyPr wrap="square" lIns="0" tIns="0" rIns="0" bIns="0" rtlCol="0" anchor="t"/>
          <a:lstStyle/>
          <a:p>
            <a:pPr algn="r">
              <a:lnSpc>
                <a:spcPts val="1200"/>
              </a:lnSpc>
            </a:pPr>
            <a:r>
              <a:rPr lang="en-US" sz="1600" b="0" i="0">
                <a:solidFill>
                  <a:schemeClr val="bg1"/>
                </a:solidFill>
                <a:latin typeface="TD Graphik Semilight" panose="020B0503030202060203" pitchFamily="34" charset="77"/>
                <a:ea typeface="TD Graphik Semilight" pitchFamily="34" charset="-122"/>
                <a:cs typeface="TD Graphik Semilight" pitchFamily="34" charset="-120"/>
              </a:rPr>
              <a:t>Pg </a:t>
            </a:r>
            <a:fld id="{813E1539-BDFC-1842-B3FB-E5DB7506B1D6}" type="slidenum">
              <a:rPr lang="en-US" sz="1600" b="0" i="0" smtClean="0">
                <a:solidFill>
                  <a:schemeClr val="bg1"/>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chemeClr val="bg1"/>
              </a:solidFill>
            </a:endParaRPr>
          </a:p>
        </p:txBody>
      </p:sp>
      <p:grpSp>
        <p:nvGrpSpPr>
          <p:cNvPr id="2" name="Cover Image">
            <a:extLst>
              <a:ext uri="{FF2B5EF4-FFF2-40B4-BE49-F238E27FC236}">
                <a16:creationId xmlns:a16="http://schemas.microsoft.com/office/drawing/2014/main" id="{40699FAD-9D14-35F4-EAAE-4ECF070DB146}"/>
              </a:ext>
              <a:ext uri="{C183D7F6-B498-43B3-948B-1728B52AA6E4}">
                <adec:decorative xmlns:adec="http://schemas.microsoft.com/office/drawing/2017/decorative" val="1"/>
              </a:ext>
            </a:extLst>
          </p:cNvPr>
          <p:cNvGrpSpPr/>
          <p:nvPr userDrawn="1"/>
        </p:nvGrpSpPr>
        <p:grpSpPr>
          <a:xfrm>
            <a:off x="7082971" y="-2648"/>
            <a:ext cx="5138322" cy="6860648"/>
            <a:chOff x="7082971" y="-2648"/>
            <a:chExt cx="5138322" cy="6860648"/>
          </a:xfrm>
        </p:grpSpPr>
        <p:sp>
          <p:nvSpPr>
            <p:cNvPr id="16" name="Green rectangle (Decorative) ">
              <a:extLst>
                <a:ext uri="{FF2B5EF4-FFF2-40B4-BE49-F238E27FC236}">
                  <a16:creationId xmlns:a16="http://schemas.microsoft.com/office/drawing/2014/main" id="{851AB125-46C1-BBE0-EAC7-907A06D7E553}"/>
                </a:ext>
                <a:ext uri="{C183D7F6-B498-43B3-948B-1728B52AA6E4}">
                  <adec:decorative xmlns:adec="http://schemas.microsoft.com/office/drawing/2017/decorative" val="1"/>
                </a:ext>
              </a:extLst>
            </p:cNvPr>
            <p:cNvSpPr/>
            <p:nvPr userDrawn="1"/>
          </p:nvSpPr>
          <p:spPr>
            <a:xfrm>
              <a:off x="7082971" y="-2648"/>
              <a:ext cx="5109029" cy="6860648"/>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llustration">
              <a:extLst>
                <a:ext uri="{FF2B5EF4-FFF2-40B4-BE49-F238E27FC236}">
                  <a16:creationId xmlns:a16="http://schemas.microsoft.com/office/drawing/2014/main" id="{4BAE9402-56AA-A65D-5AF6-6F4C5E83ECC4}"/>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227425" y="1022299"/>
              <a:ext cx="4993868" cy="4993868"/>
            </a:xfrm>
            <a:prstGeom prst="rect">
              <a:avLst/>
            </a:prstGeom>
          </p:spPr>
        </p:pic>
      </p:grpSp>
      <p:pic>
        <p:nvPicPr>
          <p:cNvPr id="17" name="TD Shield" descr="TD shield logo in white and green.">
            <a:extLst>
              <a:ext uri="{FF2B5EF4-FFF2-40B4-BE49-F238E27FC236}">
                <a16:creationId xmlns:a16="http://schemas.microsoft.com/office/drawing/2014/main" id="{1775466C-BD75-7F64-7AEF-F49908ECD44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21473" y="697514"/>
            <a:ext cx="916321" cy="820981"/>
          </a:xfrm>
          <a:prstGeom prst="rect">
            <a:avLst/>
          </a:prstGeom>
        </p:spPr>
      </p:pic>
    </p:spTree>
    <p:extLst>
      <p:ext uri="{BB962C8B-B14F-4D97-AF65-F5344CB8AC3E}">
        <p14:creationId xmlns:p14="http://schemas.microsoft.com/office/powerpoint/2010/main" val="1895671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eader with subhead, people group illustration">
    <p:spTree>
      <p:nvGrpSpPr>
        <p:cNvPr id="1" name=""/>
        <p:cNvGrpSpPr/>
        <p:nvPr/>
      </p:nvGrpSpPr>
      <p:grpSpPr>
        <a:xfrm>
          <a:off x="0" y="0"/>
          <a:ext cx="0" cy="0"/>
          <a:chOff x="0" y="0"/>
          <a:chExt cx="0" cy="0"/>
        </a:xfrm>
      </p:grpSpPr>
      <p:sp>
        <p:nvSpPr>
          <p:cNvPr id="4" name="Cover title">
            <a:extLst>
              <a:ext uri="{FF2B5EF4-FFF2-40B4-BE49-F238E27FC236}">
                <a16:creationId xmlns:a16="http://schemas.microsoft.com/office/drawing/2014/main" id="{1983815D-0A09-7205-8DF5-591F99DCAE67}"/>
              </a:ext>
            </a:extLst>
          </p:cNvPr>
          <p:cNvSpPr>
            <a:spLocks noGrp="1"/>
          </p:cNvSpPr>
          <p:nvPr>
            <p:ph type="ctrTitle" hasCustomPrompt="1"/>
          </p:nvPr>
        </p:nvSpPr>
        <p:spPr>
          <a:xfrm>
            <a:off x="630903" y="1580968"/>
            <a:ext cx="8976049" cy="440789"/>
          </a:xfrm>
          <a:noFill/>
        </p:spPr>
        <p:txBody>
          <a:bodyPr lIns="0" tIns="0" rIns="0" bIns="0" anchor="t" anchorCtr="0">
            <a:normAutofit/>
          </a:bodyPr>
          <a:lstStyle>
            <a:lvl1pPr algn="l">
              <a:defRPr sz="4000" b="1" i="0">
                <a:solidFill>
                  <a:schemeClr val="tx1"/>
                </a:solidFill>
                <a:latin typeface="TD Graphik Semibold" panose="020B0503030202060203" pitchFamily="34" charset="77"/>
              </a:defRPr>
            </a:lvl1pPr>
          </a:lstStyle>
          <a:p>
            <a:r>
              <a:rPr lang="en-US"/>
              <a:t>Insert title header here.</a:t>
            </a:r>
          </a:p>
        </p:txBody>
      </p:sp>
      <p:sp>
        <p:nvSpPr>
          <p:cNvPr id="3" name="Subtitle">
            <a:extLst>
              <a:ext uri="{FF2B5EF4-FFF2-40B4-BE49-F238E27FC236}">
                <a16:creationId xmlns:a16="http://schemas.microsoft.com/office/drawing/2014/main" id="{06A70398-E9ED-8F12-CE0D-7B37165B2BBD}"/>
              </a:ext>
            </a:extLst>
          </p:cNvPr>
          <p:cNvSpPr>
            <a:spLocks noGrp="1"/>
          </p:cNvSpPr>
          <p:nvPr>
            <p:ph type="subTitle" idx="1" hasCustomPrompt="1"/>
          </p:nvPr>
        </p:nvSpPr>
        <p:spPr>
          <a:xfrm>
            <a:off x="630904" y="2238768"/>
            <a:ext cx="5763096" cy="839633"/>
          </a:xfrm>
        </p:spPr>
        <p:txBody>
          <a:bodyPr lIns="0" tIns="0" rIns="0" bIns="0">
            <a:normAutofit/>
          </a:bodyPr>
          <a:lstStyle>
            <a:lvl1pPr marL="0" indent="0" algn="l">
              <a:lnSpc>
                <a:spcPts val="2320"/>
              </a:lnSpc>
              <a:spcBef>
                <a:spcPts val="0"/>
              </a:spcBef>
              <a:buNone/>
              <a:defRPr sz="2000" b="0" i="0">
                <a:solidFill>
                  <a:srgbClr val="1C1C1C"/>
                </a:solidFill>
                <a:latin typeface="TD Graphik Regular" panose="020B05030302020602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sz="2000">
                <a:effectLst/>
              </a:rPr>
              <a:t>Insert subhead here.</a:t>
            </a:r>
          </a:p>
        </p:txBody>
      </p:sp>
      <p:sp>
        <p:nvSpPr>
          <p:cNvPr id="15" name="Project Name">
            <a:extLst>
              <a:ext uri="{FF2B5EF4-FFF2-40B4-BE49-F238E27FC236}">
                <a16:creationId xmlns:a16="http://schemas.microsoft.com/office/drawing/2014/main" id="{50D89D15-DBF4-0565-3535-AD04F3445ED1}"/>
              </a:ext>
            </a:extLst>
          </p:cNvPr>
          <p:cNvSpPr>
            <a:spLocks noGrp="1"/>
          </p:cNvSpPr>
          <p:nvPr>
            <p:ph type="body" sz="quarter" idx="10" hasCustomPrompt="1"/>
          </p:nvPr>
        </p:nvSpPr>
        <p:spPr>
          <a:xfrm>
            <a:off x="630903" y="4401570"/>
            <a:ext cx="3637228" cy="204626"/>
          </a:xfrm>
        </p:spPr>
        <p:txBody>
          <a:bodyPr lIns="0" tIns="0" rIns="0" bIns="0">
            <a:noAutofit/>
          </a:bodyPr>
          <a:lstStyle>
            <a:lvl1pPr marL="0" indent="0">
              <a:buNone/>
              <a:defRPr sz="1600" baseline="0">
                <a:latin typeface="TD Graphik Medium" panose="020B0503030202060203" pitchFamily="34" charset="77"/>
              </a:defRPr>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Project Name</a:t>
            </a:r>
            <a:endParaRPr lang="en-US" sz="1600" b="1" i="0">
              <a:solidFill>
                <a:srgbClr val="1C1C1C"/>
              </a:solidFill>
              <a:latin typeface="TD Graphik Medium" panose="020B0503030202060203" pitchFamily="34" charset="77"/>
            </a:endParaRPr>
          </a:p>
        </p:txBody>
      </p:sp>
      <p:sp>
        <p:nvSpPr>
          <p:cNvPr id="17" name="Date">
            <a:extLst>
              <a:ext uri="{FF2B5EF4-FFF2-40B4-BE49-F238E27FC236}">
                <a16:creationId xmlns:a16="http://schemas.microsoft.com/office/drawing/2014/main" id="{4B05DB77-9638-6F8D-8E82-B10FE22A285B}"/>
              </a:ext>
            </a:extLst>
          </p:cNvPr>
          <p:cNvSpPr>
            <a:spLocks noGrp="1"/>
          </p:cNvSpPr>
          <p:nvPr>
            <p:ph type="body" sz="quarter" idx="11" hasCustomPrompt="1"/>
          </p:nvPr>
        </p:nvSpPr>
        <p:spPr>
          <a:xfrm>
            <a:off x="630903" y="4680305"/>
            <a:ext cx="3637228" cy="204626"/>
          </a:xfrm>
        </p:spPr>
        <p:txBody>
          <a:bodyPr lIns="0" tIns="0" rIns="0" bIns="0">
            <a:normAutofit/>
          </a:bodyPr>
          <a:lstStyle>
            <a:lvl1pPr marL="0" indent="0">
              <a:buNone/>
              <a:defRPr sz="1600" b="0" i="0">
                <a:latin typeface="TD Graphik Semilight" panose="020B0503030202060203" pitchFamily="34" charset="77"/>
              </a:defRPr>
            </a:lvl1pPr>
          </a:lstStyle>
          <a:p>
            <a:pPr lvl="0"/>
            <a:r>
              <a:rPr lang="en-US"/>
              <a:t>Date</a:t>
            </a:r>
          </a:p>
        </p:txBody>
      </p:sp>
      <p:sp>
        <p:nvSpPr>
          <p:cNvPr id="18" name="Team Name">
            <a:extLst>
              <a:ext uri="{FF2B5EF4-FFF2-40B4-BE49-F238E27FC236}">
                <a16:creationId xmlns:a16="http://schemas.microsoft.com/office/drawing/2014/main" id="{1EF4498C-95E4-4C37-C449-0FC3927DCA82}"/>
              </a:ext>
            </a:extLst>
          </p:cNvPr>
          <p:cNvSpPr>
            <a:spLocks noGrp="1"/>
          </p:cNvSpPr>
          <p:nvPr>
            <p:ph type="body" sz="quarter" idx="12" hasCustomPrompt="1"/>
          </p:nvPr>
        </p:nvSpPr>
        <p:spPr>
          <a:xfrm>
            <a:off x="630903" y="5198657"/>
            <a:ext cx="3637228" cy="204626"/>
          </a:xfrm>
        </p:spPr>
        <p:txBody>
          <a:bodyPr lIns="0" tIns="0" rIns="0" bIns="0">
            <a:noAutofit/>
          </a:bodyPr>
          <a:lstStyle>
            <a:lvl1pPr marL="0" indent="0">
              <a:buNone/>
              <a:defRPr sz="1600" baseline="0">
                <a:latin typeface="TD Graphik Medium" panose="020B0503030202060203" pitchFamily="34" charset="77"/>
              </a:defRPr>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Team Name</a:t>
            </a:r>
            <a:endParaRPr lang="en-US" sz="1600" b="1" i="0">
              <a:solidFill>
                <a:srgbClr val="1C1C1C"/>
              </a:solidFill>
              <a:latin typeface="TD Graphik Medium" panose="020B0503030202060203" pitchFamily="34" charset="77"/>
            </a:endParaRPr>
          </a:p>
        </p:txBody>
      </p:sp>
      <p:sp>
        <p:nvSpPr>
          <p:cNvPr id="22" name="Members">
            <a:extLst>
              <a:ext uri="{FF2B5EF4-FFF2-40B4-BE49-F238E27FC236}">
                <a16:creationId xmlns:a16="http://schemas.microsoft.com/office/drawing/2014/main" id="{40310745-DAD4-D810-B3CF-E1D253130333}"/>
              </a:ext>
            </a:extLst>
          </p:cNvPr>
          <p:cNvSpPr>
            <a:spLocks noGrp="1"/>
          </p:cNvSpPr>
          <p:nvPr>
            <p:ph type="body" sz="quarter" idx="13" hasCustomPrompt="1"/>
          </p:nvPr>
        </p:nvSpPr>
        <p:spPr>
          <a:xfrm>
            <a:off x="630903" y="5480627"/>
            <a:ext cx="3637228" cy="204626"/>
          </a:xfrm>
        </p:spPr>
        <p:txBody>
          <a:bodyPr lIns="0" tIns="0" rIns="0" bIns="0">
            <a:normAutofit/>
          </a:bodyPr>
          <a:lstStyle>
            <a:lvl1pPr marL="0" indent="0">
              <a:buNone/>
              <a:defRPr sz="1600" b="0" i="0">
                <a:latin typeface="TD Graphik Semilight" panose="020B0503030202060203" pitchFamily="34" charset="77"/>
              </a:defRPr>
            </a:lvl1pPr>
          </a:lstStyle>
          <a:p>
            <a:pPr lvl="0"/>
            <a:r>
              <a:rPr lang="en-US"/>
              <a:t>Members</a:t>
            </a:r>
          </a:p>
        </p:txBody>
      </p:sp>
      <p:sp>
        <p:nvSpPr>
          <p:cNvPr id="16" name="Green Rectangle (Decorative)">
            <a:extLst>
              <a:ext uri="{FF2B5EF4-FFF2-40B4-BE49-F238E27FC236}">
                <a16:creationId xmlns:a16="http://schemas.microsoft.com/office/drawing/2014/main" id="{4F5DEF92-E2AA-493C-3B3C-14EE7991755E}"/>
              </a:ext>
              <a:ext uri="{C183D7F6-B498-43B3-948B-1728B52AA6E4}">
                <adec:decorative xmlns:adec="http://schemas.microsoft.com/office/drawing/2017/decorative" val="1"/>
              </a:ext>
            </a:extLst>
          </p:cNvPr>
          <p:cNvSpPr/>
          <p:nvPr userDrawn="1"/>
        </p:nvSpPr>
        <p:spPr>
          <a:xfrm>
            <a:off x="0" y="6417209"/>
            <a:ext cx="12191999" cy="440789"/>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TD Shield" descr="TD shield logo in white and green.">
            <a:extLst>
              <a:ext uri="{FF2B5EF4-FFF2-40B4-BE49-F238E27FC236}">
                <a16:creationId xmlns:a16="http://schemas.microsoft.com/office/drawing/2014/main" id="{0CF9458F-DEBC-5D83-AEE0-D1495E2A636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681869" y="681534"/>
            <a:ext cx="916321" cy="820981"/>
          </a:xfrm>
          <a:prstGeom prst="rect">
            <a:avLst/>
          </a:prstGeom>
        </p:spPr>
      </p:pic>
      <p:sp>
        <p:nvSpPr>
          <p:cNvPr id="23" name="Footer">
            <a:extLst>
              <a:ext uri="{FF2B5EF4-FFF2-40B4-BE49-F238E27FC236}">
                <a16:creationId xmlns:a16="http://schemas.microsoft.com/office/drawing/2014/main" id="{8D84E634-2D8E-8F41-7D74-B1B376A9D992}"/>
              </a:ext>
            </a:extLst>
          </p:cNvPr>
          <p:cNvSpPr>
            <a:spLocks noGrp="1"/>
          </p:cNvSpPr>
          <p:nvPr>
            <p:ph type="ftr" sz="quarter" idx="3"/>
          </p:nvPr>
        </p:nvSpPr>
        <p:spPr>
          <a:xfrm>
            <a:off x="33062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cxnSp>
        <p:nvCxnSpPr>
          <p:cNvPr id="21" name="Project Name and Team Name Keyline">
            <a:extLst>
              <a:ext uri="{FF2B5EF4-FFF2-40B4-BE49-F238E27FC236}">
                <a16:creationId xmlns:a16="http://schemas.microsoft.com/office/drawing/2014/main" id="{57D03994-061A-F028-7512-0703F296E257}"/>
              </a:ext>
            </a:extLst>
          </p:cNvPr>
          <p:cNvCxnSpPr>
            <a:cxnSpLocks/>
          </p:cNvCxnSpPr>
          <p:nvPr userDrawn="1"/>
        </p:nvCxnSpPr>
        <p:spPr>
          <a:xfrm>
            <a:off x="630903" y="4072384"/>
            <a:ext cx="2844800" cy="0"/>
          </a:xfrm>
          <a:prstGeom prst="line">
            <a:avLst/>
          </a:prstGeom>
          <a:ln w="12700">
            <a:solidFill>
              <a:srgbClr val="1C1C1C"/>
            </a:solidFill>
          </a:ln>
        </p:spPr>
        <p:style>
          <a:lnRef idx="1">
            <a:schemeClr val="accent1"/>
          </a:lnRef>
          <a:fillRef idx="0">
            <a:schemeClr val="accent1"/>
          </a:fillRef>
          <a:effectRef idx="0">
            <a:schemeClr val="accent1"/>
          </a:effectRef>
          <a:fontRef idx="minor">
            <a:schemeClr val="tx1"/>
          </a:fontRef>
        </p:style>
      </p:cxnSp>
      <p:pic>
        <p:nvPicPr>
          <p:cNvPr id="2" name="Image">
            <a:extLst>
              <a:ext uri="{FF2B5EF4-FFF2-40B4-BE49-F238E27FC236}">
                <a16:creationId xmlns:a16="http://schemas.microsoft.com/office/drawing/2014/main" id="{73006B77-A69A-1648-C162-5D6B9BDF1C4C}"/>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437814" y="1661422"/>
            <a:ext cx="7718768" cy="7940571"/>
          </a:xfrm>
          <a:prstGeom prst="rect">
            <a:avLst/>
          </a:prstGeom>
        </p:spPr>
      </p:pic>
    </p:spTree>
    <p:extLst>
      <p:ext uri="{BB962C8B-B14F-4D97-AF65-F5344CB8AC3E}">
        <p14:creationId xmlns:p14="http://schemas.microsoft.com/office/powerpoint/2010/main" val="1717217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er with subhead, map illustration">
    <p:bg>
      <p:bgPr>
        <a:solidFill>
          <a:schemeClr val="bg1"/>
        </a:solidFill>
        <a:effectLst/>
      </p:bgPr>
    </p:bg>
    <p:spTree>
      <p:nvGrpSpPr>
        <p:cNvPr id="1" name=""/>
        <p:cNvGrpSpPr/>
        <p:nvPr/>
      </p:nvGrpSpPr>
      <p:grpSpPr>
        <a:xfrm>
          <a:off x="0" y="0"/>
          <a:ext cx="0" cy="0"/>
          <a:chOff x="0" y="0"/>
          <a:chExt cx="0" cy="0"/>
        </a:xfrm>
      </p:grpSpPr>
      <p:sp>
        <p:nvSpPr>
          <p:cNvPr id="20" name="Cover title">
            <a:extLst>
              <a:ext uri="{FF2B5EF4-FFF2-40B4-BE49-F238E27FC236}">
                <a16:creationId xmlns:a16="http://schemas.microsoft.com/office/drawing/2014/main" id="{2814660C-4041-0CEA-6459-37C869B17304}"/>
              </a:ext>
            </a:extLst>
          </p:cNvPr>
          <p:cNvSpPr>
            <a:spLocks noGrp="1"/>
          </p:cNvSpPr>
          <p:nvPr>
            <p:ph type="ctrTitle" hasCustomPrompt="1"/>
          </p:nvPr>
        </p:nvSpPr>
        <p:spPr>
          <a:xfrm>
            <a:off x="621476" y="1579253"/>
            <a:ext cx="8976049" cy="440789"/>
          </a:xfrm>
          <a:noFill/>
        </p:spPr>
        <p:txBody>
          <a:bodyPr lIns="0" tIns="0" rIns="0" bIns="0" anchor="t" anchorCtr="0">
            <a:normAutofit/>
          </a:bodyPr>
          <a:lstStyle>
            <a:lvl1pPr algn="l">
              <a:defRPr sz="4000" b="1" i="0">
                <a:solidFill>
                  <a:srgbClr val="038203"/>
                </a:solidFill>
                <a:latin typeface="TD Graphik Semibold" panose="020B0503030202060203" pitchFamily="34" charset="77"/>
              </a:defRPr>
            </a:lvl1pPr>
          </a:lstStyle>
          <a:p>
            <a:r>
              <a:rPr lang="en-US"/>
              <a:t>Insert title header here.</a:t>
            </a:r>
          </a:p>
        </p:txBody>
      </p:sp>
      <p:sp>
        <p:nvSpPr>
          <p:cNvPr id="22" name="Subtitle">
            <a:extLst>
              <a:ext uri="{FF2B5EF4-FFF2-40B4-BE49-F238E27FC236}">
                <a16:creationId xmlns:a16="http://schemas.microsoft.com/office/drawing/2014/main" id="{C6652887-1F59-771B-96C8-90149C27BAAC}"/>
              </a:ext>
            </a:extLst>
          </p:cNvPr>
          <p:cNvSpPr>
            <a:spLocks noGrp="1"/>
          </p:cNvSpPr>
          <p:nvPr>
            <p:ph type="subTitle" idx="1" hasCustomPrompt="1"/>
          </p:nvPr>
        </p:nvSpPr>
        <p:spPr>
          <a:xfrm>
            <a:off x="621477" y="2237053"/>
            <a:ext cx="5763096" cy="839633"/>
          </a:xfrm>
        </p:spPr>
        <p:txBody>
          <a:bodyPr lIns="0" tIns="0" rIns="0" bIns="0">
            <a:normAutofit/>
          </a:bodyPr>
          <a:lstStyle>
            <a:lvl1pPr marL="0" indent="0" algn="l">
              <a:lnSpc>
                <a:spcPts val="2320"/>
              </a:lnSpc>
              <a:spcBef>
                <a:spcPts val="0"/>
              </a:spcBef>
              <a:buNone/>
              <a:defRPr sz="2000" b="0" i="0">
                <a:solidFill>
                  <a:srgbClr val="1C1C1C"/>
                </a:solidFill>
                <a:latin typeface="TD Graphik Regular" panose="020B05030302020602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sz="2000">
                <a:effectLst/>
              </a:rPr>
              <a:t>Insert subhead here.</a:t>
            </a:r>
          </a:p>
        </p:txBody>
      </p:sp>
      <p:sp>
        <p:nvSpPr>
          <p:cNvPr id="11" name="Project Name">
            <a:extLst>
              <a:ext uri="{FF2B5EF4-FFF2-40B4-BE49-F238E27FC236}">
                <a16:creationId xmlns:a16="http://schemas.microsoft.com/office/drawing/2014/main" id="{EB2607FF-F32D-7562-39B1-CB5ABB7B8C07}"/>
              </a:ext>
            </a:extLst>
          </p:cNvPr>
          <p:cNvSpPr>
            <a:spLocks noGrp="1"/>
          </p:cNvSpPr>
          <p:nvPr>
            <p:ph type="body" sz="quarter" idx="10" hasCustomPrompt="1"/>
          </p:nvPr>
        </p:nvSpPr>
        <p:spPr>
          <a:xfrm>
            <a:off x="630903" y="4401570"/>
            <a:ext cx="3637228" cy="204626"/>
          </a:xfrm>
        </p:spPr>
        <p:txBody>
          <a:bodyPr lIns="0" tIns="0" rIns="0" bIns="0">
            <a:noAutofit/>
          </a:bodyPr>
          <a:lstStyle>
            <a:lvl1pPr marL="0" indent="0">
              <a:buNone/>
              <a:defRPr sz="1600" baseline="0">
                <a:latin typeface="TD Graphik Medium" panose="020B0503030202060203" pitchFamily="34" charset="77"/>
              </a:defRPr>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Project Name</a:t>
            </a:r>
            <a:endParaRPr lang="en-US" sz="1600" b="1" i="0">
              <a:solidFill>
                <a:srgbClr val="1C1C1C"/>
              </a:solidFill>
              <a:latin typeface="TD Graphik Medium" panose="020B0503030202060203" pitchFamily="34" charset="77"/>
            </a:endParaRPr>
          </a:p>
        </p:txBody>
      </p:sp>
      <p:sp>
        <p:nvSpPr>
          <p:cNvPr id="10" name="Date">
            <a:extLst>
              <a:ext uri="{FF2B5EF4-FFF2-40B4-BE49-F238E27FC236}">
                <a16:creationId xmlns:a16="http://schemas.microsoft.com/office/drawing/2014/main" id="{1698DC97-E30F-AD1F-0B24-F71A0ACA1F43}"/>
              </a:ext>
            </a:extLst>
          </p:cNvPr>
          <p:cNvSpPr>
            <a:spLocks noGrp="1"/>
          </p:cNvSpPr>
          <p:nvPr>
            <p:ph type="body" sz="quarter" idx="11" hasCustomPrompt="1"/>
          </p:nvPr>
        </p:nvSpPr>
        <p:spPr>
          <a:xfrm>
            <a:off x="630903" y="4680305"/>
            <a:ext cx="3637228" cy="204626"/>
          </a:xfrm>
        </p:spPr>
        <p:txBody>
          <a:bodyPr lIns="0" tIns="0" rIns="0" bIns="0">
            <a:normAutofit/>
          </a:bodyPr>
          <a:lstStyle>
            <a:lvl1pPr marL="0" indent="0">
              <a:buNone/>
              <a:defRPr sz="1600" b="0" i="0">
                <a:latin typeface="TD Graphik Semilight" panose="020B0503030202060203" pitchFamily="34" charset="77"/>
              </a:defRPr>
            </a:lvl1pPr>
          </a:lstStyle>
          <a:p>
            <a:pPr lvl="0"/>
            <a:r>
              <a:rPr lang="en-US"/>
              <a:t>Date</a:t>
            </a:r>
          </a:p>
        </p:txBody>
      </p:sp>
      <p:sp>
        <p:nvSpPr>
          <p:cNvPr id="9" name="Team Name">
            <a:extLst>
              <a:ext uri="{FF2B5EF4-FFF2-40B4-BE49-F238E27FC236}">
                <a16:creationId xmlns:a16="http://schemas.microsoft.com/office/drawing/2014/main" id="{73F343AE-3DAD-5F94-80E4-A66BC3E89C71}"/>
              </a:ext>
            </a:extLst>
          </p:cNvPr>
          <p:cNvSpPr>
            <a:spLocks noGrp="1"/>
          </p:cNvSpPr>
          <p:nvPr>
            <p:ph type="body" sz="quarter" idx="12" hasCustomPrompt="1"/>
          </p:nvPr>
        </p:nvSpPr>
        <p:spPr>
          <a:xfrm>
            <a:off x="630903" y="5198657"/>
            <a:ext cx="3637228" cy="204626"/>
          </a:xfrm>
        </p:spPr>
        <p:txBody>
          <a:bodyPr lIns="0" tIns="0" rIns="0" bIns="0">
            <a:noAutofit/>
          </a:bodyPr>
          <a:lstStyle>
            <a:lvl1pPr marL="0" indent="0">
              <a:buNone/>
              <a:defRPr sz="1600" baseline="0">
                <a:latin typeface="TD Graphik Medium" panose="020B0503030202060203" pitchFamily="34" charset="77"/>
              </a:defRPr>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Team Name</a:t>
            </a:r>
            <a:endParaRPr lang="en-US" sz="1600" b="1" i="0">
              <a:solidFill>
                <a:srgbClr val="1C1C1C"/>
              </a:solidFill>
              <a:latin typeface="TD Graphik Medium" panose="020B0503030202060203" pitchFamily="34" charset="77"/>
            </a:endParaRPr>
          </a:p>
        </p:txBody>
      </p:sp>
      <p:sp>
        <p:nvSpPr>
          <p:cNvPr id="8" name="Members">
            <a:extLst>
              <a:ext uri="{FF2B5EF4-FFF2-40B4-BE49-F238E27FC236}">
                <a16:creationId xmlns:a16="http://schemas.microsoft.com/office/drawing/2014/main" id="{78A85BA5-0DA2-7CDA-165D-C4F23C54AA43}"/>
              </a:ext>
            </a:extLst>
          </p:cNvPr>
          <p:cNvSpPr>
            <a:spLocks noGrp="1"/>
          </p:cNvSpPr>
          <p:nvPr>
            <p:ph type="body" sz="quarter" idx="13" hasCustomPrompt="1"/>
          </p:nvPr>
        </p:nvSpPr>
        <p:spPr>
          <a:xfrm>
            <a:off x="630903" y="5480627"/>
            <a:ext cx="3637228" cy="204626"/>
          </a:xfrm>
        </p:spPr>
        <p:txBody>
          <a:bodyPr lIns="0" tIns="0" rIns="0" bIns="0">
            <a:normAutofit/>
          </a:bodyPr>
          <a:lstStyle>
            <a:lvl1pPr marL="0" indent="0">
              <a:buNone/>
              <a:defRPr sz="1600" b="0" i="0">
                <a:latin typeface="TD Graphik Semilight" panose="020B0503030202060203" pitchFamily="34" charset="77"/>
              </a:defRPr>
            </a:lvl1pPr>
          </a:lstStyle>
          <a:p>
            <a:pPr lvl="0"/>
            <a:r>
              <a:rPr lang="en-US"/>
              <a:t>Members</a:t>
            </a:r>
          </a:p>
        </p:txBody>
      </p:sp>
      <p:cxnSp>
        <p:nvCxnSpPr>
          <p:cNvPr id="7" name="Project Name and Team Name Keyline">
            <a:extLst>
              <a:ext uri="{FF2B5EF4-FFF2-40B4-BE49-F238E27FC236}">
                <a16:creationId xmlns:a16="http://schemas.microsoft.com/office/drawing/2014/main" id="{563A2C0B-18BE-8109-9F7A-8AD29831895F}"/>
              </a:ext>
            </a:extLst>
          </p:cNvPr>
          <p:cNvCxnSpPr>
            <a:cxnSpLocks/>
          </p:cNvCxnSpPr>
          <p:nvPr userDrawn="1"/>
        </p:nvCxnSpPr>
        <p:spPr>
          <a:xfrm>
            <a:off x="630903" y="4072384"/>
            <a:ext cx="2844800" cy="0"/>
          </a:xfrm>
          <a:prstGeom prst="line">
            <a:avLst/>
          </a:prstGeom>
          <a:ln w="12700">
            <a:solidFill>
              <a:srgbClr val="1C1C1C"/>
            </a:solidFill>
          </a:ln>
        </p:spPr>
        <p:style>
          <a:lnRef idx="1">
            <a:schemeClr val="accent1"/>
          </a:lnRef>
          <a:fillRef idx="0">
            <a:schemeClr val="accent1"/>
          </a:fillRef>
          <a:effectRef idx="0">
            <a:schemeClr val="accent1"/>
          </a:effectRef>
          <a:fontRef idx="minor">
            <a:schemeClr val="tx1"/>
          </a:fontRef>
        </p:style>
      </p:cxnSp>
      <p:pic>
        <p:nvPicPr>
          <p:cNvPr id="17" name="Image">
            <a:extLst>
              <a:ext uri="{FF2B5EF4-FFF2-40B4-BE49-F238E27FC236}">
                <a16:creationId xmlns:a16="http://schemas.microsoft.com/office/drawing/2014/main" id="{7AE4CDD7-C102-CE0E-93D0-DBCDCCB1C02B}"/>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230437" y="1923677"/>
            <a:ext cx="7387725" cy="5872615"/>
          </a:xfrm>
          <a:prstGeom prst="rect">
            <a:avLst/>
          </a:prstGeom>
        </p:spPr>
      </p:pic>
      <p:sp>
        <p:nvSpPr>
          <p:cNvPr id="12" name="Green Rectangle (Decorative)">
            <a:extLst>
              <a:ext uri="{FF2B5EF4-FFF2-40B4-BE49-F238E27FC236}">
                <a16:creationId xmlns:a16="http://schemas.microsoft.com/office/drawing/2014/main" id="{476F378E-6C21-EBB7-BBBB-170D1ED17F57}"/>
              </a:ext>
              <a:ext uri="{C183D7F6-B498-43B3-948B-1728B52AA6E4}">
                <adec:decorative xmlns:adec="http://schemas.microsoft.com/office/drawing/2017/decorative" val="1"/>
              </a:ext>
            </a:extLst>
          </p:cNvPr>
          <p:cNvSpPr/>
          <p:nvPr userDrawn="1"/>
        </p:nvSpPr>
        <p:spPr>
          <a:xfrm>
            <a:off x="0" y="6417209"/>
            <a:ext cx="12191999" cy="440789"/>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ooter">
            <a:extLst>
              <a:ext uri="{FF2B5EF4-FFF2-40B4-BE49-F238E27FC236}">
                <a16:creationId xmlns:a16="http://schemas.microsoft.com/office/drawing/2014/main" id="{46845BEA-A68D-B9BC-76C5-71CA03821EA0}"/>
              </a:ext>
            </a:extLst>
          </p:cNvPr>
          <p:cNvSpPr>
            <a:spLocks noGrp="1"/>
          </p:cNvSpPr>
          <p:nvPr>
            <p:ph type="ftr" sz="quarter" idx="3"/>
          </p:nvPr>
        </p:nvSpPr>
        <p:spPr>
          <a:xfrm>
            <a:off x="33062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pic>
        <p:nvPicPr>
          <p:cNvPr id="6" name="TD Shield" descr="TD shield logo in white and green.">
            <a:extLst>
              <a:ext uri="{FF2B5EF4-FFF2-40B4-BE49-F238E27FC236}">
                <a16:creationId xmlns:a16="http://schemas.microsoft.com/office/drawing/2014/main" id="{6DAEA8AE-605B-87A9-A228-A0F63FF4E3D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81869" y="681534"/>
            <a:ext cx="916321" cy="820981"/>
          </a:xfrm>
          <a:prstGeom prst="rect">
            <a:avLst/>
          </a:prstGeom>
        </p:spPr>
      </p:pic>
    </p:spTree>
    <p:extLst>
      <p:ext uri="{BB962C8B-B14F-4D97-AF65-F5344CB8AC3E}">
        <p14:creationId xmlns:p14="http://schemas.microsoft.com/office/powerpoint/2010/main" val="2649328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eader with subhead, potted plant illustration">
    <p:bg>
      <p:bgPr>
        <a:solidFill>
          <a:srgbClr val="F6FAF0"/>
        </a:solidFill>
        <a:effectLst/>
      </p:bgPr>
    </p:bg>
    <p:spTree>
      <p:nvGrpSpPr>
        <p:cNvPr id="1" name=""/>
        <p:cNvGrpSpPr/>
        <p:nvPr/>
      </p:nvGrpSpPr>
      <p:grpSpPr>
        <a:xfrm>
          <a:off x="0" y="0"/>
          <a:ext cx="0" cy="0"/>
          <a:chOff x="0" y="0"/>
          <a:chExt cx="0" cy="0"/>
        </a:xfrm>
      </p:grpSpPr>
      <p:sp>
        <p:nvSpPr>
          <p:cNvPr id="14" name="Cover title">
            <a:extLst>
              <a:ext uri="{FF2B5EF4-FFF2-40B4-BE49-F238E27FC236}">
                <a16:creationId xmlns:a16="http://schemas.microsoft.com/office/drawing/2014/main" id="{E7B1A14E-11AC-C40B-F1D0-98802A3BEF23}"/>
              </a:ext>
            </a:extLst>
          </p:cNvPr>
          <p:cNvSpPr>
            <a:spLocks noGrp="1"/>
          </p:cNvSpPr>
          <p:nvPr>
            <p:ph type="ctrTitle" hasCustomPrompt="1"/>
          </p:nvPr>
        </p:nvSpPr>
        <p:spPr>
          <a:xfrm>
            <a:off x="621476" y="1579253"/>
            <a:ext cx="8976049" cy="440789"/>
          </a:xfrm>
          <a:noFill/>
        </p:spPr>
        <p:txBody>
          <a:bodyPr lIns="0" tIns="0" rIns="0" bIns="0" anchor="t" anchorCtr="0">
            <a:normAutofit/>
          </a:bodyPr>
          <a:lstStyle>
            <a:lvl1pPr algn="l">
              <a:defRPr sz="4000" b="1" i="0">
                <a:solidFill>
                  <a:srgbClr val="038203"/>
                </a:solidFill>
                <a:latin typeface="TD Graphik Semibold" panose="020B0503030202060203" pitchFamily="34" charset="77"/>
              </a:defRPr>
            </a:lvl1pPr>
          </a:lstStyle>
          <a:p>
            <a:r>
              <a:rPr lang="en-US"/>
              <a:t>Insert title header here.</a:t>
            </a:r>
          </a:p>
        </p:txBody>
      </p:sp>
      <p:sp>
        <p:nvSpPr>
          <p:cNvPr id="13" name="Subtitle">
            <a:extLst>
              <a:ext uri="{FF2B5EF4-FFF2-40B4-BE49-F238E27FC236}">
                <a16:creationId xmlns:a16="http://schemas.microsoft.com/office/drawing/2014/main" id="{980AF402-35DE-1AB5-82F5-3492E85081BE}"/>
              </a:ext>
            </a:extLst>
          </p:cNvPr>
          <p:cNvSpPr>
            <a:spLocks noGrp="1"/>
          </p:cNvSpPr>
          <p:nvPr>
            <p:ph type="subTitle" idx="1" hasCustomPrompt="1"/>
          </p:nvPr>
        </p:nvSpPr>
        <p:spPr>
          <a:xfrm>
            <a:off x="621477" y="2237053"/>
            <a:ext cx="5763096" cy="839633"/>
          </a:xfrm>
        </p:spPr>
        <p:txBody>
          <a:bodyPr lIns="0" tIns="0" rIns="0" bIns="0">
            <a:normAutofit/>
          </a:bodyPr>
          <a:lstStyle>
            <a:lvl1pPr marL="0" indent="0" algn="l">
              <a:lnSpc>
                <a:spcPts val="2320"/>
              </a:lnSpc>
              <a:spcBef>
                <a:spcPts val="0"/>
              </a:spcBef>
              <a:buNone/>
              <a:defRPr sz="2000" b="0" i="0">
                <a:solidFill>
                  <a:srgbClr val="1C1C1C"/>
                </a:solidFill>
                <a:latin typeface="TD Graphik Regular" panose="020B05030302020602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sz="2000">
                <a:effectLst/>
              </a:rPr>
              <a:t>Insert subhead here.</a:t>
            </a:r>
          </a:p>
        </p:txBody>
      </p:sp>
      <p:sp>
        <p:nvSpPr>
          <p:cNvPr id="11" name="Project Name">
            <a:extLst>
              <a:ext uri="{FF2B5EF4-FFF2-40B4-BE49-F238E27FC236}">
                <a16:creationId xmlns:a16="http://schemas.microsoft.com/office/drawing/2014/main" id="{6BD25678-98F9-0BE1-FD58-5BCCFAE0DF08}"/>
              </a:ext>
            </a:extLst>
          </p:cNvPr>
          <p:cNvSpPr>
            <a:spLocks noGrp="1"/>
          </p:cNvSpPr>
          <p:nvPr>
            <p:ph type="body" sz="quarter" idx="10" hasCustomPrompt="1"/>
          </p:nvPr>
        </p:nvSpPr>
        <p:spPr>
          <a:xfrm>
            <a:off x="630903" y="4401570"/>
            <a:ext cx="3637228" cy="204626"/>
          </a:xfrm>
        </p:spPr>
        <p:txBody>
          <a:bodyPr lIns="0" tIns="0" rIns="0" bIns="0">
            <a:noAutofit/>
          </a:bodyPr>
          <a:lstStyle>
            <a:lvl1pPr marL="0" indent="0">
              <a:buNone/>
              <a:defRPr sz="1600" baseline="0">
                <a:latin typeface="TD Graphik Medium" panose="020B0503030202060203" pitchFamily="34" charset="77"/>
              </a:defRPr>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Project Name</a:t>
            </a:r>
            <a:endParaRPr lang="en-US" sz="1600" b="1" i="0">
              <a:solidFill>
                <a:srgbClr val="1C1C1C"/>
              </a:solidFill>
              <a:latin typeface="TD Graphik Medium" panose="020B0503030202060203" pitchFamily="34" charset="77"/>
            </a:endParaRPr>
          </a:p>
        </p:txBody>
      </p:sp>
      <p:sp>
        <p:nvSpPr>
          <p:cNvPr id="10" name="Date">
            <a:extLst>
              <a:ext uri="{FF2B5EF4-FFF2-40B4-BE49-F238E27FC236}">
                <a16:creationId xmlns:a16="http://schemas.microsoft.com/office/drawing/2014/main" id="{59CFA1CF-2BF8-EF2F-F091-8068DE2B656E}"/>
              </a:ext>
            </a:extLst>
          </p:cNvPr>
          <p:cNvSpPr>
            <a:spLocks noGrp="1"/>
          </p:cNvSpPr>
          <p:nvPr>
            <p:ph type="body" sz="quarter" idx="11" hasCustomPrompt="1"/>
          </p:nvPr>
        </p:nvSpPr>
        <p:spPr>
          <a:xfrm>
            <a:off x="630903" y="4680305"/>
            <a:ext cx="3637228" cy="204626"/>
          </a:xfrm>
        </p:spPr>
        <p:txBody>
          <a:bodyPr lIns="0" tIns="0" rIns="0" bIns="0">
            <a:normAutofit/>
          </a:bodyPr>
          <a:lstStyle>
            <a:lvl1pPr marL="0" indent="0">
              <a:buNone/>
              <a:defRPr sz="1600" b="0" i="0">
                <a:latin typeface="TD Graphik Semilight" panose="020B0503030202060203" pitchFamily="34" charset="77"/>
              </a:defRPr>
            </a:lvl1pPr>
          </a:lstStyle>
          <a:p>
            <a:pPr lvl="0"/>
            <a:r>
              <a:rPr lang="en-US"/>
              <a:t>Date</a:t>
            </a:r>
          </a:p>
        </p:txBody>
      </p:sp>
      <p:sp>
        <p:nvSpPr>
          <p:cNvPr id="9" name="Team Name">
            <a:extLst>
              <a:ext uri="{FF2B5EF4-FFF2-40B4-BE49-F238E27FC236}">
                <a16:creationId xmlns:a16="http://schemas.microsoft.com/office/drawing/2014/main" id="{D55617F8-0953-6929-32C0-CEC724554E73}"/>
              </a:ext>
            </a:extLst>
          </p:cNvPr>
          <p:cNvSpPr>
            <a:spLocks noGrp="1"/>
          </p:cNvSpPr>
          <p:nvPr>
            <p:ph type="body" sz="quarter" idx="12" hasCustomPrompt="1"/>
          </p:nvPr>
        </p:nvSpPr>
        <p:spPr>
          <a:xfrm>
            <a:off x="630903" y="5198657"/>
            <a:ext cx="3637228" cy="204626"/>
          </a:xfrm>
        </p:spPr>
        <p:txBody>
          <a:bodyPr lIns="0" tIns="0" rIns="0" bIns="0">
            <a:noAutofit/>
          </a:bodyPr>
          <a:lstStyle>
            <a:lvl1pPr marL="0" indent="0">
              <a:buNone/>
              <a:defRPr sz="1600" baseline="0">
                <a:latin typeface="TD Graphik Medium" panose="020B0503030202060203" pitchFamily="34" charset="77"/>
              </a:defRPr>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Team Name</a:t>
            </a:r>
            <a:endParaRPr lang="en-US" sz="1600" b="1" i="0">
              <a:solidFill>
                <a:srgbClr val="1C1C1C"/>
              </a:solidFill>
              <a:latin typeface="TD Graphik Medium" panose="020B0503030202060203" pitchFamily="34" charset="77"/>
            </a:endParaRPr>
          </a:p>
        </p:txBody>
      </p:sp>
      <p:sp>
        <p:nvSpPr>
          <p:cNvPr id="8" name="Members">
            <a:extLst>
              <a:ext uri="{FF2B5EF4-FFF2-40B4-BE49-F238E27FC236}">
                <a16:creationId xmlns:a16="http://schemas.microsoft.com/office/drawing/2014/main" id="{0EA68B5F-2979-A540-44E5-4BE46480BB03}"/>
              </a:ext>
            </a:extLst>
          </p:cNvPr>
          <p:cNvSpPr>
            <a:spLocks noGrp="1"/>
          </p:cNvSpPr>
          <p:nvPr>
            <p:ph type="body" sz="quarter" idx="13" hasCustomPrompt="1"/>
          </p:nvPr>
        </p:nvSpPr>
        <p:spPr>
          <a:xfrm>
            <a:off x="630903" y="5480627"/>
            <a:ext cx="3637228" cy="204626"/>
          </a:xfrm>
        </p:spPr>
        <p:txBody>
          <a:bodyPr lIns="0" tIns="0" rIns="0" bIns="0">
            <a:normAutofit/>
          </a:bodyPr>
          <a:lstStyle>
            <a:lvl1pPr marL="0" indent="0">
              <a:buNone/>
              <a:defRPr sz="1600" b="0" i="0">
                <a:latin typeface="TD Graphik Semilight" panose="020B0503030202060203" pitchFamily="34" charset="77"/>
              </a:defRPr>
            </a:lvl1pPr>
          </a:lstStyle>
          <a:p>
            <a:pPr lvl="0"/>
            <a:r>
              <a:rPr lang="en-US"/>
              <a:t>Members</a:t>
            </a:r>
          </a:p>
        </p:txBody>
      </p:sp>
      <p:cxnSp>
        <p:nvCxnSpPr>
          <p:cNvPr id="7" name="Project Name and Team Name Keyline">
            <a:extLst>
              <a:ext uri="{FF2B5EF4-FFF2-40B4-BE49-F238E27FC236}">
                <a16:creationId xmlns:a16="http://schemas.microsoft.com/office/drawing/2014/main" id="{BDF5389A-6C54-791A-B5CC-960415BBB595}"/>
              </a:ext>
            </a:extLst>
          </p:cNvPr>
          <p:cNvCxnSpPr>
            <a:cxnSpLocks/>
          </p:cNvCxnSpPr>
          <p:nvPr userDrawn="1"/>
        </p:nvCxnSpPr>
        <p:spPr>
          <a:xfrm>
            <a:off x="630903" y="4072384"/>
            <a:ext cx="2844800" cy="0"/>
          </a:xfrm>
          <a:prstGeom prst="line">
            <a:avLst/>
          </a:prstGeom>
          <a:ln w="12700">
            <a:solidFill>
              <a:srgbClr val="1C1C1C"/>
            </a:solidFill>
          </a:ln>
        </p:spPr>
        <p:style>
          <a:lnRef idx="1">
            <a:schemeClr val="accent1"/>
          </a:lnRef>
          <a:fillRef idx="0">
            <a:schemeClr val="accent1"/>
          </a:fillRef>
          <a:effectRef idx="0">
            <a:schemeClr val="accent1"/>
          </a:effectRef>
          <a:fontRef idx="minor">
            <a:schemeClr val="tx1"/>
          </a:fontRef>
        </p:style>
      </p:cxnSp>
      <p:pic>
        <p:nvPicPr>
          <p:cNvPr id="16" name="Image">
            <a:extLst>
              <a:ext uri="{FF2B5EF4-FFF2-40B4-BE49-F238E27FC236}">
                <a16:creationId xmlns:a16="http://schemas.microsoft.com/office/drawing/2014/main" id="{5150A144-1058-3778-18AB-D21BC24F3765}"/>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847028" y="4141382"/>
            <a:ext cx="5714069" cy="2274730"/>
          </a:xfrm>
          <a:prstGeom prst="rect">
            <a:avLst/>
          </a:prstGeom>
        </p:spPr>
      </p:pic>
      <p:sp>
        <p:nvSpPr>
          <p:cNvPr id="12" name="Green Rectangle (Decorative)">
            <a:extLst>
              <a:ext uri="{FF2B5EF4-FFF2-40B4-BE49-F238E27FC236}">
                <a16:creationId xmlns:a16="http://schemas.microsoft.com/office/drawing/2014/main" id="{3A7CA8E8-EC4D-683D-5D58-C27743E17FF7}"/>
              </a:ext>
              <a:ext uri="{C183D7F6-B498-43B3-948B-1728B52AA6E4}">
                <adec:decorative xmlns:adec="http://schemas.microsoft.com/office/drawing/2017/decorative" val="1"/>
              </a:ext>
            </a:extLst>
          </p:cNvPr>
          <p:cNvSpPr/>
          <p:nvPr userDrawn="1"/>
        </p:nvSpPr>
        <p:spPr>
          <a:xfrm>
            <a:off x="0" y="6417209"/>
            <a:ext cx="12191999" cy="440789"/>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ooter">
            <a:extLst>
              <a:ext uri="{FF2B5EF4-FFF2-40B4-BE49-F238E27FC236}">
                <a16:creationId xmlns:a16="http://schemas.microsoft.com/office/drawing/2014/main" id="{198AC284-2740-788A-176E-03CE5E0D4D2A}"/>
              </a:ext>
            </a:extLst>
          </p:cNvPr>
          <p:cNvSpPr>
            <a:spLocks noGrp="1"/>
          </p:cNvSpPr>
          <p:nvPr>
            <p:ph type="ftr" sz="quarter" idx="3"/>
          </p:nvPr>
        </p:nvSpPr>
        <p:spPr>
          <a:xfrm>
            <a:off x="33062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pic>
        <p:nvPicPr>
          <p:cNvPr id="6" name="TD Shield" descr="TD shield logo in white and green.">
            <a:extLst>
              <a:ext uri="{FF2B5EF4-FFF2-40B4-BE49-F238E27FC236}">
                <a16:creationId xmlns:a16="http://schemas.microsoft.com/office/drawing/2014/main" id="{3A85C5D0-FE0C-FDAF-E9C8-7E35B871541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81869" y="681534"/>
            <a:ext cx="916321" cy="820981"/>
          </a:xfrm>
          <a:prstGeom prst="rect">
            <a:avLst/>
          </a:prstGeom>
        </p:spPr>
      </p:pic>
    </p:spTree>
    <p:extLst>
      <p:ext uri="{BB962C8B-B14F-4D97-AF65-F5344CB8AC3E}">
        <p14:creationId xmlns:p14="http://schemas.microsoft.com/office/powerpoint/2010/main" val="2399306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with 20 numbered bullets, green background">
    <p:bg>
      <p:bgPr>
        <a:solidFill>
          <a:schemeClr val="bg1"/>
        </a:solidFill>
        <a:effectLst/>
      </p:bgPr>
    </p:bg>
    <p:spTree>
      <p:nvGrpSpPr>
        <p:cNvPr id="1" name=""/>
        <p:cNvGrpSpPr/>
        <p:nvPr/>
      </p:nvGrpSpPr>
      <p:grpSpPr>
        <a:xfrm>
          <a:off x="0" y="0"/>
          <a:ext cx="0" cy="0"/>
          <a:chOff x="0" y="0"/>
          <a:chExt cx="0" cy="0"/>
        </a:xfrm>
      </p:grpSpPr>
      <p:sp>
        <p:nvSpPr>
          <p:cNvPr id="3" name="Green rectangle ">
            <a:extLst>
              <a:ext uri="{FF2B5EF4-FFF2-40B4-BE49-F238E27FC236}">
                <a16:creationId xmlns:a16="http://schemas.microsoft.com/office/drawing/2014/main" id="{4F0EA59A-224D-B07C-97F4-8119F4073BC7}"/>
              </a:ext>
            </a:extLst>
          </p:cNvPr>
          <p:cNvSpPr/>
          <p:nvPr userDrawn="1"/>
        </p:nvSpPr>
        <p:spPr>
          <a:xfrm>
            <a:off x="3201" y="0"/>
            <a:ext cx="11050622" cy="6858000"/>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Agenda title">
            <a:extLst>
              <a:ext uri="{FF2B5EF4-FFF2-40B4-BE49-F238E27FC236}">
                <a16:creationId xmlns:a16="http://schemas.microsoft.com/office/drawing/2014/main" id="{CBC1F45B-4CE5-9709-7763-9B0755BAE492}"/>
              </a:ext>
            </a:extLst>
          </p:cNvPr>
          <p:cNvSpPr>
            <a:spLocks noGrp="1"/>
          </p:cNvSpPr>
          <p:nvPr>
            <p:ph type="ctrTitle" hasCustomPrompt="1"/>
          </p:nvPr>
        </p:nvSpPr>
        <p:spPr>
          <a:xfrm>
            <a:off x="701226" y="780257"/>
            <a:ext cx="9930752" cy="358041"/>
          </a:xfrm>
        </p:spPr>
        <p:txBody>
          <a:bodyPr lIns="0" tIns="0" rIns="0" bIns="36000" anchor="t" anchorCtr="0">
            <a:noAutofit/>
          </a:bodyPr>
          <a:lstStyle>
            <a:lvl1pPr algn="l">
              <a:defRPr sz="2800" b="1" i="0">
                <a:solidFill>
                  <a:schemeClr val="bg1"/>
                </a:solidFill>
                <a:latin typeface="TD Graphik Semibold" panose="020B0503030202060203" pitchFamily="34" charset="77"/>
              </a:defRPr>
            </a:lvl1pPr>
          </a:lstStyle>
          <a:p>
            <a:r>
              <a:rPr lang="en-US"/>
              <a:t>Agenda</a:t>
            </a:r>
          </a:p>
        </p:txBody>
      </p:sp>
      <p:sp>
        <p:nvSpPr>
          <p:cNvPr id="59" name="Bullet point 1">
            <a:extLst>
              <a:ext uri="{FF2B5EF4-FFF2-40B4-BE49-F238E27FC236}">
                <a16:creationId xmlns:a16="http://schemas.microsoft.com/office/drawing/2014/main" id="{F3A2E67E-3624-12FB-468C-E4EA3283DB0A}"/>
              </a:ext>
            </a:extLst>
          </p:cNvPr>
          <p:cNvSpPr>
            <a:spLocks noGrp="1"/>
          </p:cNvSpPr>
          <p:nvPr>
            <p:ph type="body" sz="quarter" idx="10" hasCustomPrompt="1"/>
          </p:nvPr>
        </p:nvSpPr>
        <p:spPr>
          <a:xfrm>
            <a:off x="701226" y="1665572"/>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01. </a:t>
            </a:r>
            <a:r>
              <a:rPr lang="en-US" sz="1600" b="0" i="0">
                <a:solidFill>
                  <a:schemeClr val="bg1"/>
                </a:solidFill>
                <a:latin typeface="TD Graphik Semilight" panose="020B0503030202060203" pitchFamily="34" charset="77"/>
              </a:rPr>
              <a:t>Lorem ipsum dolor</a:t>
            </a:r>
          </a:p>
        </p:txBody>
      </p:sp>
      <p:sp>
        <p:nvSpPr>
          <p:cNvPr id="60" name="Bullet point 2">
            <a:extLst>
              <a:ext uri="{FF2B5EF4-FFF2-40B4-BE49-F238E27FC236}">
                <a16:creationId xmlns:a16="http://schemas.microsoft.com/office/drawing/2014/main" id="{AC69FB5B-6D7A-55D3-FA4C-71330E673479}"/>
              </a:ext>
            </a:extLst>
          </p:cNvPr>
          <p:cNvSpPr>
            <a:spLocks noGrp="1"/>
          </p:cNvSpPr>
          <p:nvPr>
            <p:ph type="body" sz="quarter" idx="11" hasCustomPrompt="1"/>
          </p:nvPr>
        </p:nvSpPr>
        <p:spPr>
          <a:xfrm>
            <a:off x="701226" y="2144954"/>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02. </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Maecenas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dapibus</a:t>
            </a:r>
            <a:endParaRPr lang="en-US" sz="1600" b="0" i="0">
              <a:solidFill>
                <a:schemeClr val="bg1"/>
              </a:solidFill>
              <a:latin typeface="TD Graphik Semilight" panose="020B0503030202060203" pitchFamily="34" charset="77"/>
            </a:endParaRPr>
          </a:p>
        </p:txBody>
      </p:sp>
      <p:sp>
        <p:nvSpPr>
          <p:cNvPr id="61" name="Bullet point 3">
            <a:extLst>
              <a:ext uri="{FF2B5EF4-FFF2-40B4-BE49-F238E27FC236}">
                <a16:creationId xmlns:a16="http://schemas.microsoft.com/office/drawing/2014/main" id="{61213AFB-13A7-C3A1-2D57-E51CA065BCAB}"/>
              </a:ext>
            </a:extLst>
          </p:cNvPr>
          <p:cNvSpPr>
            <a:spLocks noGrp="1"/>
          </p:cNvSpPr>
          <p:nvPr>
            <p:ph type="body" sz="quarter" idx="12" hasCustomPrompt="1"/>
          </p:nvPr>
        </p:nvSpPr>
        <p:spPr>
          <a:xfrm>
            <a:off x="701226" y="2624336"/>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03. </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Ut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mauris</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sapiren</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62" name="Bullet point 4">
            <a:extLst>
              <a:ext uri="{FF2B5EF4-FFF2-40B4-BE49-F238E27FC236}">
                <a16:creationId xmlns:a16="http://schemas.microsoft.com/office/drawing/2014/main" id="{8845A612-EBF1-3291-672E-6763D963ABCB}"/>
              </a:ext>
            </a:extLst>
          </p:cNvPr>
          <p:cNvSpPr>
            <a:spLocks noGrp="1"/>
          </p:cNvSpPr>
          <p:nvPr>
            <p:ph type="body" sz="quarter" idx="13" hasCustomPrompt="1"/>
          </p:nvPr>
        </p:nvSpPr>
        <p:spPr>
          <a:xfrm>
            <a:off x="701226" y="3103718"/>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04.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Supatdutia</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pactifeica</a:t>
            </a:r>
            <a:endParaRPr lang="en-US" sz="1600" b="0" i="0">
              <a:solidFill>
                <a:schemeClr val="bg1"/>
              </a:solidFill>
              <a:latin typeface="TD Graphik Semilight" panose="020B0503030202060203" pitchFamily="34" charset="77"/>
            </a:endParaRPr>
          </a:p>
        </p:txBody>
      </p:sp>
      <p:sp>
        <p:nvSpPr>
          <p:cNvPr id="63" name="Bullet point 5">
            <a:extLst>
              <a:ext uri="{FF2B5EF4-FFF2-40B4-BE49-F238E27FC236}">
                <a16:creationId xmlns:a16="http://schemas.microsoft.com/office/drawing/2014/main" id="{CE7A84F3-2E5F-62B5-B2BE-0942D1A896FD}"/>
              </a:ext>
            </a:extLst>
          </p:cNvPr>
          <p:cNvSpPr>
            <a:spLocks noGrp="1"/>
          </p:cNvSpPr>
          <p:nvPr>
            <p:ph type="body" sz="quarter" idx="14" hasCustomPrompt="1"/>
          </p:nvPr>
        </p:nvSpPr>
        <p:spPr>
          <a:xfrm>
            <a:off x="701226" y="3583100"/>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05.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Vestibillum</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adipsicing</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egat</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64" name="Bullet point 6">
            <a:extLst>
              <a:ext uri="{FF2B5EF4-FFF2-40B4-BE49-F238E27FC236}">
                <a16:creationId xmlns:a16="http://schemas.microsoft.com/office/drawing/2014/main" id="{02B55576-863B-044D-50C5-463C6CBE3536}"/>
              </a:ext>
            </a:extLst>
          </p:cNvPr>
          <p:cNvSpPr>
            <a:spLocks noGrp="1"/>
          </p:cNvSpPr>
          <p:nvPr>
            <p:ph type="body" sz="quarter" idx="15" hasCustomPrompt="1"/>
          </p:nvPr>
        </p:nvSpPr>
        <p:spPr>
          <a:xfrm>
            <a:off x="701226" y="4062482"/>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06.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Commondo</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aliquam</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sit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amet</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65" name="Bullet point 7">
            <a:extLst>
              <a:ext uri="{FF2B5EF4-FFF2-40B4-BE49-F238E27FC236}">
                <a16:creationId xmlns:a16="http://schemas.microsoft.com/office/drawing/2014/main" id="{31EF9B5E-7544-8B20-9D5D-454133E90914}"/>
              </a:ext>
            </a:extLst>
          </p:cNvPr>
          <p:cNvSpPr>
            <a:spLocks noGrp="1"/>
          </p:cNvSpPr>
          <p:nvPr>
            <p:ph type="body" sz="quarter" idx="16" hasCustomPrompt="1"/>
          </p:nvPr>
        </p:nvSpPr>
        <p:spPr>
          <a:xfrm>
            <a:off x="701226" y="4541864"/>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07.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Fermentim</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lorem ipsum</a:t>
            </a:r>
            <a:endParaRPr lang="en-US" sz="1600" b="0" i="0">
              <a:solidFill>
                <a:schemeClr val="bg1"/>
              </a:solidFill>
              <a:latin typeface="TD Graphik Semilight" panose="020B0503030202060203" pitchFamily="34" charset="77"/>
            </a:endParaRPr>
          </a:p>
        </p:txBody>
      </p:sp>
      <p:sp>
        <p:nvSpPr>
          <p:cNvPr id="66" name="Bullet point 8">
            <a:extLst>
              <a:ext uri="{FF2B5EF4-FFF2-40B4-BE49-F238E27FC236}">
                <a16:creationId xmlns:a16="http://schemas.microsoft.com/office/drawing/2014/main" id="{7C132DF6-B10B-EC8A-0E34-37475352DEAB}"/>
              </a:ext>
            </a:extLst>
          </p:cNvPr>
          <p:cNvSpPr>
            <a:spLocks noGrp="1"/>
          </p:cNvSpPr>
          <p:nvPr>
            <p:ph type="body" sz="quarter" idx="17" hasCustomPrompt="1"/>
          </p:nvPr>
        </p:nvSpPr>
        <p:spPr>
          <a:xfrm>
            <a:off x="701226" y="5021246"/>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08.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Consetctutir</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moribi</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67" name="Bullet point 9">
            <a:extLst>
              <a:ext uri="{FF2B5EF4-FFF2-40B4-BE49-F238E27FC236}">
                <a16:creationId xmlns:a16="http://schemas.microsoft.com/office/drawing/2014/main" id="{CC6660C2-27F3-2B80-E32E-FD5DF0398D71}"/>
              </a:ext>
            </a:extLst>
          </p:cNvPr>
          <p:cNvSpPr>
            <a:spLocks noGrp="1"/>
          </p:cNvSpPr>
          <p:nvPr>
            <p:ph type="body" sz="quarter" idx="18" hasCustomPrompt="1"/>
          </p:nvPr>
        </p:nvSpPr>
        <p:spPr>
          <a:xfrm>
            <a:off x="701226" y="5500628"/>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09.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Egestas</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senectus</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68" name="Bullet point 10">
            <a:extLst>
              <a:ext uri="{FF2B5EF4-FFF2-40B4-BE49-F238E27FC236}">
                <a16:creationId xmlns:a16="http://schemas.microsoft.com/office/drawing/2014/main" id="{B3B70C0F-9BE0-56CD-708D-63451645BC99}"/>
              </a:ext>
            </a:extLst>
          </p:cNvPr>
          <p:cNvSpPr>
            <a:spLocks noGrp="1"/>
          </p:cNvSpPr>
          <p:nvPr>
            <p:ph type="body" sz="quarter" idx="19" hasCustomPrompt="1"/>
          </p:nvPr>
        </p:nvSpPr>
        <p:spPr>
          <a:xfrm>
            <a:off x="701226" y="5980010"/>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10.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Acerteus</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et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mira</a:t>
            </a:r>
            <a:endParaRPr lang="en-US" sz="1600" b="0" i="0">
              <a:solidFill>
                <a:schemeClr val="bg1"/>
              </a:solidFill>
              <a:latin typeface="TD Graphik Semilight" panose="020B0503030202060203" pitchFamily="34" charset="77"/>
            </a:endParaRPr>
          </a:p>
        </p:txBody>
      </p:sp>
      <p:sp>
        <p:nvSpPr>
          <p:cNvPr id="79" name="Bullet point 11">
            <a:extLst>
              <a:ext uri="{FF2B5EF4-FFF2-40B4-BE49-F238E27FC236}">
                <a16:creationId xmlns:a16="http://schemas.microsoft.com/office/drawing/2014/main" id="{A65A4522-EAC3-B241-9A75-7CFA2233B12D}"/>
              </a:ext>
            </a:extLst>
          </p:cNvPr>
          <p:cNvSpPr>
            <a:spLocks noGrp="1"/>
          </p:cNvSpPr>
          <p:nvPr>
            <p:ph type="body" sz="quarter" idx="20" hasCustomPrompt="1"/>
          </p:nvPr>
        </p:nvSpPr>
        <p:spPr>
          <a:xfrm>
            <a:off x="5627133" y="1665572"/>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11. </a:t>
            </a:r>
            <a:r>
              <a:rPr lang="en-US" sz="1600" b="0" i="0">
                <a:solidFill>
                  <a:schemeClr val="bg1"/>
                </a:solidFill>
                <a:latin typeface="TD Graphik Semilight" panose="020B0503030202060203" pitchFamily="34" charset="77"/>
              </a:rPr>
              <a:t>Lorem ipsum dolor</a:t>
            </a:r>
          </a:p>
        </p:txBody>
      </p:sp>
      <p:sp>
        <p:nvSpPr>
          <p:cNvPr id="80" name="Bullet point 12">
            <a:extLst>
              <a:ext uri="{FF2B5EF4-FFF2-40B4-BE49-F238E27FC236}">
                <a16:creationId xmlns:a16="http://schemas.microsoft.com/office/drawing/2014/main" id="{80FD3DD9-9D61-DB40-D531-FF7E939242EA}"/>
              </a:ext>
            </a:extLst>
          </p:cNvPr>
          <p:cNvSpPr>
            <a:spLocks noGrp="1"/>
          </p:cNvSpPr>
          <p:nvPr>
            <p:ph type="body" sz="quarter" idx="21" hasCustomPrompt="1"/>
          </p:nvPr>
        </p:nvSpPr>
        <p:spPr>
          <a:xfrm>
            <a:off x="5627133" y="2144954"/>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12. </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Maecenas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dapibus</a:t>
            </a:r>
            <a:endParaRPr lang="en-US" sz="1600" b="0" i="0">
              <a:solidFill>
                <a:schemeClr val="bg1"/>
              </a:solidFill>
              <a:latin typeface="TD Graphik Semilight" panose="020B0503030202060203" pitchFamily="34" charset="77"/>
            </a:endParaRPr>
          </a:p>
        </p:txBody>
      </p:sp>
      <p:sp>
        <p:nvSpPr>
          <p:cNvPr id="81" name="Bullet point 13">
            <a:extLst>
              <a:ext uri="{FF2B5EF4-FFF2-40B4-BE49-F238E27FC236}">
                <a16:creationId xmlns:a16="http://schemas.microsoft.com/office/drawing/2014/main" id="{173E4591-DDF0-A05D-EDD5-F05620E910EF}"/>
              </a:ext>
            </a:extLst>
          </p:cNvPr>
          <p:cNvSpPr>
            <a:spLocks noGrp="1"/>
          </p:cNvSpPr>
          <p:nvPr>
            <p:ph type="body" sz="quarter" idx="22" hasCustomPrompt="1"/>
          </p:nvPr>
        </p:nvSpPr>
        <p:spPr>
          <a:xfrm>
            <a:off x="5627133" y="2624336"/>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13. </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Ut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mauris</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sapiren</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82" name="Bullet point 14">
            <a:extLst>
              <a:ext uri="{FF2B5EF4-FFF2-40B4-BE49-F238E27FC236}">
                <a16:creationId xmlns:a16="http://schemas.microsoft.com/office/drawing/2014/main" id="{8BC34BF3-EB0B-2069-E45E-2FC267047BF6}"/>
              </a:ext>
            </a:extLst>
          </p:cNvPr>
          <p:cNvSpPr>
            <a:spLocks noGrp="1"/>
          </p:cNvSpPr>
          <p:nvPr>
            <p:ph type="body" sz="quarter" idx="23" hasCustomPrompt="1"/>
          </p:nvPr>
        </p:nvSpPr>
        <p:spPr>
          <a:xfrm>
            <a:off x="5627133" y="3103718"/>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14.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Supatdutia</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pactifeica</a:t>
            </a:r>
            <a:endParaRPr lang="en-US" sz="1600" b="0" i="0">
              <a:solidFill>
                <a:schemeClr val="bg1"/>
              </a:solidFill>
              <a:latin typeface="TD Graphik Semilight" panose="020B0503030202060203" pitchFamily="34" charset="77"/>
            </a:endParaRPr>
          </a:p>
        </p:txBody>
      </p:sp>
      <p:sp>
        <p:nvSpPr>
          <p:cNvPr id="83" name="Bullet point 15">
            <a:extLst>
              <a:ext uri="{FF2B5EF4-FFF2-40B4-BE49-F238E27FC236}">
                <a16:creationId xmlns:a16="http://schemas.microsoft.com/office/drawing/2014/main" id="{77649C68-E20B-AC8F-EDE5-74029BA4D68B}"/>
              </a:ext>
            </a:extLst>
          </p:cNvPr>
          <p:cNvSpPr>
            <a:spLocks noGrp="1"/>
          </p:cNvSpPr>
          <p:nvPr>
            <p:ph type="body" sz="quarter" idx="24" hasCustomPrompt="1"/>
          </p:nvPr>
        </p:nvSpPr>
        <p:spPr>
          <a:xfrm>
            <a:off x="5627133" y="3583100"/>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15.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Vestibillum</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adipsicing</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egat</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84" name="Bullet point 16">
            <a:extLst>
              <a:ext uri="{FF2B5EF4-FFF2-40B4-BE49-F238E27FC236}">
                <a16:creationId xmlns:a16="http://schemas.microsoft.com/office/drawing/2014/main" id="{F6986422-8303-3399-BA36-65BA5A0311AC}"/>
              </a:ext>
            </a:extLst>
          </p:cNvPr>
          <p:cNvSpPr>
            <a:spLocks noGrp="1"/>
          </p:cNvSpPr>
          <p:nvPr>
            <p:ph type="body" sz="quarter" idx="25" hasCustomPrompt="1"/>
          </p:nvPr>
        </p:nvSpPr>
        <p:spPr>
          <a:xfrm>
            <a:off x="5627133" y="4062482"/>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16.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Commondo</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aliquam</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sit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amet</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85" name="Bullet point 17">
            <a:extLst>
              <a:ext uri="{FF2B5EF4-FFF2-40B4-BE49-F238E27FC236}">
                <a16:creationId xmlns:a16="http://schemas.microsoft.com/office/drawing/2014/main" id="{CD755F00-03F5-6666-6A69-08AEA93416A5}"/>
              </a:ext>
            </a:extLst>
          </p:cNvPr>
          <p:cNvSpPr>
            <a:spLocks noGrp="1"/>
          </p:cNvSpPr>
          <p:nvPr>
            <p:ph type="body" sz="quarter" idx="26" hasCustomPrompt="1"/>
          </p:nvPr>
        </p:nvSpPr>
        <p:spPr>
          <a:xfrm>
            <a:off x="5627133" y="4541864"/>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17.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Fermentim</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lorem ipsum</a:t>
            </a:r>
            <a:endParaRPr lang="en-US" sz="1600" b="0" i="0">
              <a:solidFill>
                <a:schemeClr val="bg1"/>
              </a:solidFill>
              <a:latin typeface="TD Graphik Semilight" panose="020B0503030202060203" pitchFamily="34" charset="77"/>
            </a:endParaRPr>
          </a:p>
        </p:txBody>
      </p:sp>
      <p:sp>
        <p:nvSpPr>
          <p:cNvPr id="86" name="Bullet point 18">
            <a:extLst>
              <a:ext uri="{FF2B5EF4-FFF2-40B4-BE49-F238E27FC236}">
                <a16:creationId xmlns:a16="http://schemas.microsoft.com/office/drawing/2014/main" id="{074BF0DD-8684-8194-F2D9-4B920226EE60}"/>
              </a:ext>
            </a:extLst>
          </p:cNvPr>
          <p:cNvSpPr>
            <a:spLocks noGrp="1"/>
          </p:cNvSpPr>
          <p:nvPr>
            <p:ph type="body" sz="quarter" idx="27" hasCustomPrompt="1"/>
          </p:nvPr>
        </p:nvSpPr>
        <p:spPr>
          <a:xfrm>
            <a:off x="5627133" y="5021246"/>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18.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Consetctutir</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moribi</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87" name="Bullet point 19">
            <a:extLst>
              <a:ext uri="{FF2B5EF4-FFF2-40B4-BE49-F238E27FC236}">
                <a16:creationId xmlns:a16="http://schemas.microsoft.com/office/drawing/2014/main" id="{CD9AE4F4-916E-1C56-2A0C-9F44E6F9110B}"/>
              </a:ext>
            </a:extLst>
          </p:cNvPr>
          <p:cNvSpPr>
            <a:spLocks noGrp="1"/>
          </p:cNvSpPr>
          <p:nvPr>
            <p:ph type="body" sz="quarter" idx="28" hasCustomPrompt="1"/>
          </p:nvPr>
        </p:nvSpPr>
        <p:spPr>
          <a:xfrm>
            <a:off x="5627133" y="5500628"/>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09.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Egestas</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senectus</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88" name="Bullet point 20">
            <a:extLst>
              <a:ext uri="{FF2B5EF4-FFF2-40B4-BE49-F238E27FC236}">
                <a16:creationId xmlns:a16="http://schemas.microsoft.com/office/drawing/2014/main" id="{C3B3B9DD-467D-A408-3A44-CE76AFD5954C}"/>
              </a:ext>
            </a:extLst>
          </p:cNvPr>
          <p:cNvSpPr>
            <a:spLocks noGrp="1"/>
          </p:cNvSpPr>
          <p:nvPr>
            <p:ph type="body" sz="quarter" idx="29" hasCustomPrompt="1"/>
          </p:nvPr>
        </p:nvSpPr>
        <p:spPr>
          <a:xfrm>
            <a:off x="5627133" y="5980010"/>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20.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Acerteus</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et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mira</a:t>
            </a:r>
            <a:endParaRPr lang="en-US" sz="1600" b="0" i="0">
              <a:solidFill>
                <a:schemeClr val="bg1"/>
              </a:solidFill>
              <a:latin typeface="TD Graphik Semilight" panose="020B0503030202060203" pitchFamily="34" charset="77"/>
            </a:endParaRPr>
          </a:p>
        </p:txBody>
      </p:sp>
      <p:cxnSp>
        <p:nvCxnSpPr>
          <p:cNvPr id="69" name="Bullet point keyline 1">
            <a:extLst>
              <a:ext uri="{FF2B5EF4-FFF2-40B4-BE49-F238E27FC236}">
                <a16:creationId xmlns:a16="http://schemas.microsoft.com/office/drawing/2014/main" id="{CB7BB03A-BB82-5F3F-DBB2-84A13BA7852B}"/>
              </a:ext>
            </a:extLst>
          </p:cNvPr>
          <p:cNvCxnSpPr>
            <a:cxnSpLocks/>
          </p:cNvCxnSpPr>
          <p:nvPr userDrawn="1"/>
        </p:nvCxnSpPr>
        <p:spPr>
          <a:xfrm>
            <a:off x="701226" y="1991957"/>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0" name="Bullet point keyline 2">
            <a:extLst>
              <a:ext uri="{FF2B5EF4-FFF2-40B4-BE49-F238E27FC236}">
                <a16:creationId xmlns:a16="http://schemas.microsoft.com/office/drawing/2014/main" id="{77F164B6-6F95-B2F8-51CF-AAD5978C0390}"/>
              </a:ext>
            </a:extLst>
          </p:cNvPr>
          <p:cNvCxnSpPr>
            <a:cxnSpLocks/>
          </p:cNvCxnSpPr>
          <p:nvPr userDrawn="1"/>
        </p:nvCxnSpPr>
        <p:spPr>
          <a:xfrm>
            <a:off x="701226" y="2471339"/>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1" name="Bullet point keyline 3">
            <a:extLst>
              <a:ext uri="{FF2B5EF4-FFF2-40B4-BE49-F238E27FC236}">
                <a16:creationId xmlns:a16="http://schemas.microsoft.com/office/drawing/2014/main" id="{325E6D72-5277-573E-F82D-3C009FA66C3C}"/>
              </a:ext>
            </a:extLst>
          </p:cNvPr>
          <p:cNvCxnSpPr>
            <a:cxnSpLocks/>
          </p:cNvCxnSpPr>
          <p:nvPr userDrawn="1"/>
        </p:nvCxnSpPr>
        <p:spPr>
          <a:xfrm>
            <a:off x="701226" y="2950721"/>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2" name="Bullet point keyline 4">
            <a:extLst>
              <a:ext uri="{FF2B5EF4-FFF2-40B4-BE49-F238E27FC236}">
                <a16:creationId xmlns:a16="http://schemas.microsoft.com/office/drawing/2014/main" id="{E778466F-BC7B-71C1-AA6D-A147488C9103}"/>
              </a:ext>
            </a:extLst>
          </p:cNvPr>
          <p:cNvCxnSpPr>
            <a:cxnSpLocks/>
          </p:cNvCxnSpPr>
          <p:nvPr userDrawn="1"/>
        </p:nvCxnSpPr>
        <p:spPr>
          <a:xfrm>
            <a:off x="701226" y="3430103"/>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3" name="Bullet point keyline 5">
            <a:extLst>
              <a:ext uri="{FF2B5EF4-FFF2-40B4-BE49-F238E27FC236}">
                <a16:creationId xmlns:a16="http://schemas.microsoft.com/office/drawing/2014/main" id="{AE74A988-4FB5-7EF9-BC50-9EA8ED911D29}"/>
              </a:ext>
            </a:extLst>
          </p:cNvPr>
          <p:cNvCxnSpPr>
            <a:cxnSpLocks/>
          </p:cNvCxnSpPr>
          <p:nvPr userDrawn="1"/>
        </p:nvCxnSpPr>
        <p:spPr>
          <a:xfrm>
            <a:off x="701226" y="3909485"/>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4" name="Bullet point keyline 6">
            <a:extLst>
              <a:ext uri="{FF2B5EF4-FFF2-40B4-BE49-F238E27FC236}">
                <a16:creationId xmlns:a16="http://schemas.microsoft.com/office/drawing/2014/main" id="{C74FE8EF-FB62-128F-F256-A663AE93E8E7}"/>
              </a:ext>
            </a:extLst>
          </p:cNvPr>
          <p:cNvCxnSpPr>
            <a:cxnSpLocks/>
          </p:cNvCxnSpPr>
          <p:nvPr userDrawn="1"/>
        </p:nvCxnSpPr>
        <p:spPr>
          <a:xfrm>
            <a:off x="701226" y="4388867"/>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5" name="Bullet point keyline 7">
            <a:extLst>
              <a:ext uri="{FF2B5EF4-FFF2-40B4-BE49-F238E27FC236}">
                <a16:creationId xmlns:a16="http://schemas.microsoft.com/office/drawing/2014/main" id="{1937638F-B9B0-C240-8CD7-4329C812AE95}"/>
              </a:ext>
            </a:extLst>
          </p:cNvPr>
          <p:cNvCxnSpPr>
            <a:cxnSpLocks/>
          </p:cNvCxnSpPr>
          <p:nvPr userDrawn="1"/>
        </p:nvCxnSpPr>
        <p:spPr>
          <a:xfrm>
            <a:off x="701226" y="4868249"/>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6" name="Bullet point keyline 8">
            <a:extLst>
              <a:ext uri="{FF2B5EF4-FFF2-40B4-BE49-F238E27FC236}">
                <a16:creationId xmlns:a16="http://schemas.microsoft.com/office/drawing/2014/main" id="{791260A1-CEC5-13C5-8B31-6A8D2C3F727F}"/>
              </a:ext>
            </a:extLst>
          </p:cNvPr>
          <p:cNvCxnSpPr>
            <a:cxnSpLocks/>
          </p:cNvCxnSpPr>
          <p:nvPr userDrawn="1"/>
        </p:nvCxnSpPr>
        <p:spPr>
          <a:xfrm>
            <a:off x="701226" y="5347631"/>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7" name="Bullet point keyline 9">
            <a:extLst>
              <a:ext uri="{FF2B5EF4-FFF2-40B4-BE49-F238E27FC236}">
                <a16:creationId xmlns:a16="http://schemas.microsoft.com/office/drawing/2014/main" id="{6DC55123-013C-8F18-C161-3A2413A06508}"/>
              </a:ext>
            </a:extLst>
          </p:cNvPr>
          <p:cNvCxnSpPr>
            <a:cxnSpLocks/>
          </p:cNvCxnSpPr>
          <p:nvPr userDrawn="1"/>
        </p:nvCxnSpPr>
        <p:spPr>
          <a:xfrm>
            <a:off x="701226" y="5827013"/>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8" name="Bullet point keyline 10">
            <a:extLst>
              <a:ext uri="{FF2B5EF4-FFF2-40B4-BE49-F238E27FC236}">
                <a16:creationId xmlns:a16="http://schemas.microsoft.com/office/drawing/2014/main" id="{DD6260D1-0E8C-3294-B135-87449ED6A22E}"/>
              </a:ext>
            </a:extLst>
          </p:cNvPr>
          <p:cNvCxnSpPr>
            <a:cxnSpLocks/>
          </p:cNvCxnSpPr>
          <p:nvPr userDrawn="1"/>
        </p:nvCxnSpPr>
        <p:spPr>
          <a:xfrm>
            <a:off x="701226" y="6306404"/>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9" name="Bullet point keyline 11">
            <a:extLst>
              <a:ext uri="{FF2B5EF4-FFF2-40B4-BE49-F238E27FC236}">
                <a16:creationId xmlns:a16="http://schemas.microsoft.com/office/drawing/2014/main" id="{023BB413-03AC-D10C-EA5E-E81E8E7EF03B}"/>
              </a:ext>
            </a:extLst>
          </p:cNvPr>
          <p:cNvCxnSpPr>
            <a:cxnSpLocks/>
          </p:cNvCxnSpPr>
          <p:nvPr userDrawn="1"/>
        </p:nvCxnSpPr>
        <p:spPr>
          <a:xfrm>
            <a:off x="5627133" y="1991957"/>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Bullet point keyline 12">
            <a:extLst>
              <a:ext uri="{FF2B5EF4-FFF2-40B4-BE49-F238E27FC236}">
                <a16:creationId xmlns:a16="http://schemas.microsoft.com/office/drawing/2014/main" id="{17086379-5B8C-8BE8-AC26-B746552B04F8}"/>
              </a:ext>
            </a:extLst>
          </p:cNvPr>
          <p:cNvCxnSpPr>
            <a:cxnSpLocks/>
          </p:cNvCxnSpPr>
          <p:nvPr userDrawn="1"/>
        </p:nvCxnSpPr>
        <p:spPr>
          <a:xfrm>
            <a:off x="5627133" y="2471339"/>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Bullet point keyline 13">
            <a:extLst>
              <a:ext uri="{FF2B5EF4-FFF2-40B4-BE49-F238E27FC236}">
                <a16:creationId xmlns:a16="http://schemas.microsoft.com/office/drawing/2014/main" id="{1B6647A6-E21C-1E67-B3D5-733C5110AD47}"/>
              </a:ext>
            </a:extLst>
          </p:cNvPr>
          <p:cNvCxnSpPr>
            <a:cxnSpLocks/>
          </p:cNvCxnSpPr>
          <p:nvPr userDrawn="1"/>
        </p:nvCxnSpPr>
        <p:spPr>
          <a:xfrm>
            <a:off x="5627133" y="2950721"/>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Bullet point keyline 14">
            <a:extLst>
              <a:ext uri="{FF2B5EF4-FFF2-40B4-BE49-F238E27FC236}">
                <a16:creationId xmlns:a16="http://schemas.microsoft.com/office/drawing/2014/main" id="{D4481429-FB89-C264-E4D7-DDE8B60B276A}"/>
              </a:ext>
            </a:extLst>
          </p:cNvPr>
          <p:cNvCxnSpPr>
            <a:cxnSpLocks/>
          </p:cNvCxnSpPr>
          <p:nvPr userDrawn="1"/>
        </p:nvCxnSpPr>
        <p:spPr>
          <a:xfrm>
            <a:off x="5627133" y="3430103"/>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3" name="Bullet point keyline 15">
            <a:extLst>
              <a:ext uri="{FF2B5EF4-FFF2-40B4-BE49-F238E27FC236}">
                <a16:creationId xmlns:a16="http://schemas.microsoft.com/office/drawing/2014/main" id="{48788D05-E63E-B3AC-9C41-348D3BA38E61}"/>
              </a:ext>
            </a:extLst>
          </p:cNvPr>
          <p:cNvCxnSpPr>
            <a:cxnSpLocks/>
          </p:cNvCxnSpPr>
          <p:nvPr userDrawn="1"/>
        </p:nvCxnSpPr>
        <p:spPr>
          <a:xfrm>
            <a:off x="5627133" y="3909485"/>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4" name="Bullet point keyline 16">
            <a:extLst>
              <a:ext uri="{FF2B5EF4-FFF2-40B4-BE49-F238E27FC236}">
                <a16:creationId xmlns:a16="http://schemas.microsoft.com/office/drawing/2014/main" id="{204DB9D8-5C5A-490F-B5F8-C0CCF1847DBB}"/>
              </a:ext>
            </a:extLst>
          </p:cNvPr>
          <p:cNvCxnSpPr>
            <a:cxnSpLocks/>
          </p:cNvCxnSpPr>
          <p:nvPr userDrawn="1"/>
        </p:nvCxnSpPr>
        <p:spPr>
          <a:xfrm>
            <a:off x="5627133" y="4388867"/>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5" name="Bullet point keyline 17">
            <a:extLst>
              <a:ext uri="{FF2B5EF4-FFF2-40B4-BE49-F238E27FC236}">
                <a16:creationId xmlns:a16="http://schemas.microsoft.com/office/drawing/2014/main" id="{C25B593D-B1DD-90E4-AA8C-3FBAB03A6B68}"/>
              </a:ext>
            </a:extLst>
          </p:cNvPr>
          <p:cNvCxnSpPr>
            <a:cxnSpLocks/>
          </p:cNvCxnSpPr>
          <p:nvPr userDrawn="1"/>
        </p:nvCxnSpPr>
        <p:spPr>
          <a:xfrm>
            <a:off x="5627133" y="4868249"/>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6" name="Bullet point keyline 18">
            <a:extLst>
              <a:ext uri="{FF2B5EF4-FFF2-40B4-BE49-F238E27FC236}">
                <a16:creationId xmlns:a16="http://schemas.microsoft.com/office/drawing/2014/main" id="{23E2CA9C-4E1E-E06C-B08A-3ABBBAAD6377}"/>
              </a:ext>
            </a:extLst>
          </p:cNvPr>
          <p:cNvCxnSpPr>
            <a:cxnSpLocks/>
          </p:cNvCxnSpPr>
          <p:nvPr userDrawn="1"/>
        </p:nvCxnSpPr>
        <p:spPr>
          <a:xfrm>
            <a:off x="5627133" y="5347631"/>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7" name="Bullet point keyline 19">
            <a:extLst>
              <a:ext uri="{FF2B5EF4-FFF2-40B4-BE49-F238E27FC236}">
                <a16:creationId xmlns:a16="http://schemas.microsoft.com/office/drawing/2014/main" id="{C066238D-9E39-47D8-73DE-5AAED9D62E03}"/>
              </a:ext>
            </a:extLst>
          </p:cNvPr>
          <p:cNvCxnSpPr>
            <a:cxnSpLocks/>
          </p:cNvCxnSpPr>
          <p:nvPr userDrawn="1"/>
        </p:nvCxnSpPr>
        <p:spPr>
          <a:xfrm>
            <a:off x="5627133" y="5827013"/>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8" name="Bullet point keyline 20">
            <a:extLst>
              <a:ext uri="{FF2B5EF4-FFF2-40B4-BE49-F238E27FC236}">
                <a16:creationId xmlns:a16="http://schemas.microsoft.com/office/drawing/2014/main" id="{FC504236-FD44-2B6D-4650-5632B3321222}"/>
              </a:ext>
            </a:extLst>
          </p:cNvPr>
          <p:cNvCxnSpPr>
            <a:cxnSpLocks/>
          </p:cNvCxnSpPr>
          <p:nvPr userDrawn="1"/>
        </p:nvCxnSpPr>
        <p:spPr>
          <a:xfrm>
            <a:off x="5627133" y="6306404"/>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47" name="Page Number">
            <a:extLst>
              <a:ext uri="{FF2B5EF4-FFF2-40B4-BE49-F238E27FC236}">
                <a16:creationId xmlns:a16="http://schemas.microsoft.com/office/drawing/2014/main" id="{D579669B-8EA1-1952-5F07-71FC4D84C43B}"/>
              </a:ext>
            </a:extLst>
          </p:cNvPr>
          <p:cNvSpPr/>
          <p:nvPr userDrawn="1"/>
        </p:nvSpPr>
        <p:spPr>
          <a:xfrm>
            <a:off x="10982552" y="6453188"/>
            <a:ext cx="874486" cy="251377"/>
          </a:xfrm>
          <a:prstGeom prst="rect">
            <a:avLst/>
          </a:prstGeom>
          <a:noFill/>
          <a:ln/>
          <a:effectLst/>
        </p:spPr>
        <p:txBody>
          <a:bodyPr wrap="square" lIns="0" tIns="36000" rIns="0" bIns="0" rtlCol="0" anchor="t"/>
          <a:lstStyle/>
          <a:p>
            <a:pPr algn="r">
              <a:lnSpc>
                <a:spcPts val="1200"/>
              </a:lnSpc>
            </a:pPr>
            <a:fld id="{813E1539-BDFC-1842-B3FB-E5DB7506B1D6}" type="slidenum">
              <a:rPr lang="en-US" sz="1600" b="0" i="0" smtClean="0">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p>
        </p:txBody>
      </p:sp>
      <p:sp>
        <p:nvSpPr>
          <p:cNvPr id="50" name="Footer">
            <a:extLst>
              <a:ext uri="{FF2B5EF4-FFF2-40B4-BE49-F238E27FC236}">
                <a16:creationId xmlns:a16="http://schemas.microsoft.com/office/drawing/2014/main" id="{79866D4D-B3CD-3BAC-3EA4-339339F0B36B}"/>
              </a:ext>
            </a:extLst>
          </p:cNvPr>
          <p:cNvSpPr>
            <a:spLocks noGrp="1"/>
          </p:cNvSpPr>
          <p:nvPr>
            <p:ph type="ftr" sz="quarter" idx="3"/>
          </p:nvPr>
        </p:nvSpPr>
        <p:spPr>
          <a:xfrm>
            <a:off x="33062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pic>
        <p:nvPicPr>
          <p:cNvPr id="2" name="TD Shield">
            <a:extLst>
              <a:ext uri="{FF2B5EF4-FFF2-40B4-BE49-F238E27FC236}">
                <a16:creationId xmlns:a16="http://schemas.microsoft.com/office/drawing/2014/main" id="{25DAD8B7-B050-21C1-F88F-7A7E9AD75F3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2613287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10 numbered bullets, book shelf illustration">
    <p:bg>
      <p:bgPr>
        <a:solidFill>
          <a:schemeClr val="bg1"/>
        </a:solidFill>
        <a:effectLst/>
      </p:bgPr>
    </p:bg>
    <p:spTree>
      <p:nvGrpSpPr>
        <p:cNvPr id="1" name=""/>
        <p:cNvGrpSpPr/>
        <p:nvPr/>
      </p:nvGrpSpPr>
      <p:grpSpPr>
        <a:xfrm>
          <a:off x="0" y="0"/>
          <a:ext cx="0" cy="0"/>
          <a:chOff x="0" y="0"/>
          <a:chExt cx="0" cy="0"/>
        </a:xfrm>
      </p:grpSpPr>
      <p:sp>
        <p:nvSpPr>
          <p:cNvPr id="4" name="Green rectangle ">
            <a:extLst>
              <a:ext uri="{FF2B5EF4-FFF2-40B4-BE49-F238E27FC236}">
                <a16:creationId xmlns:a16="http://schemas.microsoft.com/office/drawing/2014/main" id="{D38C821C-FCEF-5755-96B0-3A0659796FB2}"/>
              </a:ext>
            </a:extLst>
          </p:cNvPr>
          <p:cNvSpPr/>
          <p:nvPr userDrawn="1"/>
        </p:nvSpPr>
        <p:spPr>
          <a:xfrm>
            <a:off x="3201" y="0"/>
            <a:ext cx="11050622" cy="6858000"/>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Agenda title">
            <a:extLst>
              <a:ext uri="{FF2B5EF4-FFF2-40B4-BE49-F238E27FC236}">
                <a16:creationId xmlns:a16="http://schemas.microsoft.com/office/drawing/2014/main" id="{DAE95016-188A-8F9D-F6B7-87116A3C5C98}"/>
              </a:ext>
            </a:extLst>
          </p:cNvPr>
          <p:cNvSpPr>
            <a:spLocks noGrp="1"/>
          </p:cNvSpPr>
          <p:nvPr>
            <p:ph type="ctrTitle" hasCustomPrompt="1"/>
          </p:nvPr>
        </p:nvSpPr>
        <p:spPr>
          <a:xfrm>
            <a:off x="701226" y="780257"/>
            <a:ext cx="9930752" cy="358041"/>
          </a:xfrm>
        </p:spPr>
        <p:txBody>
          <a:bodyPr lIns="0" tIns="0" rIns="0" bIns="36000" anchor="t" anchorCtr="0">
            <a:noAutofit/>
          </a:bodyPr>
          <a:lstStyle>
            <a:lvl1pPr algn="l">
              <a:defRPr sz="2800" b="1" i="0">
                <a:solidFill>
                  <a:schemeClr val="bg1"/>
                </a:solidFill>
                <a:latin typeface="TD Graphik Semibold" panose="020B0503030202060203" pitchFamily="34" charset="77"/>
              </a:defRPr>
            </a:lvl1pPr>
          </a:lstStyle>
          <a:p>
            <a:r>
              <a:rPr lang="en-US"/>
              <a:t>Agenda</a:t>
            </a:r>
          </a:p>
        </p:txBody>
      </p:sp>
      <p:sp>
        <p:nvSpPr>
          <p:cNvPr id="13" name="Bullet point 1">
            <a:extLst>
              <a:ext uri="{FF2B5EF4-FFF2-40B4-BE49-F238E27FC236}">
                <a16:creationId xmlns:a16="http://schemas.microsoft.com/office/drawing/2014/main" id="{6072A6AF-07BB-3789-FBCE-A0F3F77E9952}"/>
              </a:ext>
            </a:extLst>
          </p:cNvPr>
          <p:cNvSpPr>
            <a:spLocks noGrp="1"/>
          </p:cNvSpPr>
          <p:nvPr>
            <p:ph type="body" sz="quarter" idx="10" hasCustomPrompt="1"/>
          </p:nvPr>
        </p:nvSpPr>
        <p:spPr>
          <a:xfrm>
            <a:off x="701226" y="1665572"/>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01. </a:t>
            </a:r>
            <a:r>
              <a:rPr lang="en-US" sz="1600" b="0" i="0">
                <a:solidFill>
                  <a:schemeClr val="bg1"/>
                </a:solidFill>
                <a:latin typeface="TD Graphik Semilight" panose="020B0503030202060203" pitchFamily="34" charset="77"/>
              </a:rPr>
              <a:t>Lorem ipsum dolor</a:t>
            </a:r>
          </a:p>
        </p:txBody>
      </p:sp>
      <p:sp>
        <p:nvSpPr>
          <p:cNvPr id="14" name="Bullet point 2">
            <a:extLst>
              <a:ext uri="{FF2B5EF4-FFF2-40B4-BE49-F238E27FC236}">
                <a16:creationId xmlns:a16="http://schemas.microsoft.com/office/drawing/2014/main" id="{F69D1372-DBA2-FBD7-6AC2-BC6E7C1DD3E1}"/>
              </a:ext>
            </a:extLst>
          </p:cNvPr>
          <p:cNvSpPr>
            <a:spLocks noGrp="1"/>
          </p:cNvSpPr>
          <p:nvPr>
            <p:ph type="body" sz="quarter" idx="11" hasCustomPrompt="1"/>
          </p:nvPr>
        </p:nvSpPr>
        <p:spPr>
          <a:xfrm>
            <a:off x="701226" y="2144954"/>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02. </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Maecenas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dapibus</a:t>
            </a:r>
            <a:endParaRPr lang="en-US" sz="1600" b="0" i="0">
              <a:solidFill>
                <a:schemeClr val="bg1"/>
              </a:solidFill>
              <a:latin typeface="TD Graphik Semilight" panose="020B0503030202060203" pitchFamily="34" charset="77"/>
            </a:endParaRPr>
          </a:p>
        </p:txBody>
      </p:sp>
      <p:sp>
        <p:nvSpPr>
          <p:cNvPr id="8" name="Bullet point 3">
            <a:extLst>
              <a:ext uri="{FF2B5EF4-FFF2-40B4-BE49-F238E27FC236}">
                <a16:creationId xmlns:a16="http://schemas.microsoft.com/office/drawing/2014/main" id="{8273FAB5-8739-EBE7-4397-D5BF67874842}"/>
              </a:ext>
            </a:extLst>
          </p:cNvPr>
          <p:cNvSpPr>
            <a:spLocks noGrp="1"/>
          </p:cNvSpPr>
          <p:nvPr>
            <p:ph type="body" sz="quarter" idx="12" hasCustomPrompt="1"/>
          </p:nvPr>
        </p:nvSpPr>
        <p:spPr>
          <a:xfrm>
            <a:off x="701226" y="2624336"/>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03. </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Ut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mauris</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sapiren</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12" name="Bullet point 4">
            <a:extLst>
              <a:ext uri="{FF2B5EF4-FFF2-40B4-BE49-F238E27FC236}">
                <a16:creationId xmlns:a16="http://schemas.microsoft.com/office/drawing/2014/main" id="{C414599B-5A05-0662-8B3F-74CA63355827}"/>
              </a:ext>
            </a:extLst>
          </p:cNvPr>
          <p:cNvSpPr>
            <a:spLocks noGrp="1"/>
          </p:cNvSpPr>
          <p:nvPr>
            <p:ph type="body" sz="quarter" idx="13" hasCustomPrompt="1"/>
          </p:nvPr>
        </p:nvSpPr>
        <p:spPr>
          <a:xfrm>
            <a:off x="701226" y="3103718"/>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04.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Supatdutia</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pactifeica</a:t>
            </a:r>
            <a:endParaRPr lang="en-US" sz="1600" b="0" i="0">
              <a:solidFill>
                <a:schemeClr val="bg1"/>
              </a:solidFill>
              <a:latin typeface="TD Graphik Semilight" panose="020B0503030202060203" pitchFamily="34" charset="77"/>
            </a:endParaRPr>
          </a:p>
        </p:txBody>
      </p:sp>
      <p:sp>
        <p:nvSpPr>
          <p:cNvPr id="15" name="Bullet point 5">
            <a:extLst>
              <a:ext uri="{FF2B5EF4-FFF2-40B4-BE49-F238E27FC236}">
                <a16:creationId xmlns:a16="http://schemas.microsoft.com/office/drawing/2014/main" id="{F0D91DE3-AC6F-FEFC-DF48-980165E5E4F1}"/>
              </a:ext>
            </a:extLst>
          </p:cNvPr>
          <p:cNvSpPr>
            <a:spLocks noGrp="1"/>
          </p:cNvSpPr>
          <p:nvPr>
            <p:ph type="body" sz="quarter" idx="14" hasCustomPrompt="1"/>
          </p:nvPr>
        </p:nvSpPr>
        <p:spPr>
          <a:xfrm>
            <a:off x="701226" y="3583100"/>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05.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Vestibillum</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adipsicing</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egat</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16" name="Bullet point 6">
            <a:extLst>
              <a:ext uri="{FF2B5EF4-FFF2-40B4-BE49-F238E27FC236}">
                <a16:creationId xmlns:a16="http://schemas.microsoft.com/office/drawing/2014/main" id="{76E9C79E-F802-6E2E-AB15-770D1C573F3F}"/>
              </a:ext>
            </a:extLst>
          </p:cNvPr>
          <p:cNvSpPr>
            <a:spLocks noGrp="1"/>
          </p:cNvSpPr>
          <p:nvPr>
            <p:ph type="body" sz="quarter" idx="15" hasCustomPrompt="1"/>
          </p:nvPr>
        </p:nvSpPr>
        <p:spPr>
          <a:xfrm>
            <a:off x="701226" y="4062482"/>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06.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Commondo</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aliquam</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sit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amet</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17" name="Bullet point 7">
            <a:extLst>
              <a:ext uri="{FF2B5EF4-FFF2-40B4-BE49-F238E27FC236}">
                <a16:creationId xmlns:a16="http://schemas.microsoft.com/office/drawing/2014/main" id="{1B7FD8E2-61F7-65BA-1FAC-16FFD4C04990}"/>
              </a:ext>
            </a:extLst>
          </p:cNvPr>
          <p:cNvSpPr>
            <a:spLocks noGrp="1"/>
          </p:cNvSpPr>
          <p:nvPr>
            <p:ph type="body" sz="quarter" idx="16" hasCustomPrompt="1"/>
          </p:nvPr>
        </p:nvSpPr>
        <p:spPr>
          <a:xfrm>
            <a:off x="701226" y="4541864"/>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07.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Fermentim</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lorem ipsum</a:t>
            </a:r>
            <a:endParaRPr lang="en-US" sz="1600" b="0" i="0">
              <a:solidFill>
                <a:schemeClr val="bg1"/>
              </a:solidFill>
              <a:latin typeface="TD Graphik Semilight" panose="020B0503030202060203" pitchFamily="34" charset="77"/>
            </a:endParaRPr>
          </a:p>
        </p:txBody>
      </p:sp>
      <p:sp>
        <p:nvSpPr>
          <p:cNvPr id="18" name="Bullet point 8">
            <a:extLst>
              <a:ext uri="{FF2B5EF4-FFF2-40B4-BE49-F238E27FC236}">
                <a16:creationId xmlns:a16="http://schemas.microsoft.com/office/drawing/2014/main" id="{8B68CFA6-7F0C-3835-8843-CD4155CFE75D}"/>
              </a:ext>
            </a:extLst>
          </p:cNvPr>
          <p:cNvSpPr>
            <a:spLocks noGrp="1"/>
          </p:cNvSpPr>
          <p:nvPr>
            <p:ph type="body" sz="quarter" idx="17" hasCustomPrompt="1"/>
          </p:nvPr>
        </p:nvSpPr>
        <p:spPr>
          <a:xfrm>
            <a:off x="701226" y="5021246"/>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08.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Consetctutir</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moribi</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19" name="Bullet point 9">
            <a:extLst>
              <a:ext uri="{FF2B5EF4-FFF2-40B4-BE49-F238E27FC236}">
                <a16:creationId xmlns:a16="http://schemas.microsoft.com/office/drawing/2014/main" id="{BB5585CF-5CAC-EFEE-F0A0-4F11F711FE0E}"/>
              </a:ext>
            </a:extLst>
          </p:cNvPr>
          <p:cNvSpPr>
            <a:spLocks noGrp="1"/>
          </p:cNvSpPr>
          <p:nvPr>
            <p:ph type="body" sz="quarter" idx="18" hasCustomPrompt="1"/>
          </p:nvPr>
        </p:nvSpPr>
        <p:spPr>
          <a:xfrm>
            <a:off x="701226" y="5500628"/>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09.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Egestas</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senectus</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20" name="Bullet point 10">
            <a:extLst>
              <a:ext uri="{FF2B5EF4-FFF2-40B4-BE49-F238E27FC236}">
                <a16:creationId xmlns:a16="http://schemas.microsoft.com/office/drawing/2014/main" id="{80B2DF94-FF44-474E-29B6-A1B6B9B9532F}"/>
              </a:ext>
            </a:extLst>
          </p:cNvPr>
          <p:cNvSpPr>
            <a:spLocks noGrp="1"/>
          </p:cNvSpPr>
          <p:nvPr>
            <p:ph type="body" sz="quarter" idx="19" hasCustomPrompt="1"/>
          </p:nvPr>
        </p:nvSpPr>
        <p:spPr>
          <a:xfrm>
            <a:off x="701226" y="5980010"/>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10.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Acerteus</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et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mira</a:t>
            </a:r>
            <a:endParaRPr lang="en-US" sz="1600" b="0" i="0">
              <a:solidFill>
                <a:schemeClr val="bg1"/>
              </a:solidFill>
              <a:latin typeface="TD Graphik Semilight" panose="020B0503030202060203" pitchFamily="34" charset="77"/>
            </a:endParaRPr>
          </a:p>
        </p:txBody>
      </p:sp>
      <p:cxnSp>
        <p:nvCxnSpPr>
          <p:cNvPr id="30" name="Keyline 1">
            <a:extLst>
              <a:ext uri="{FF2B5EF4-FFF2-40B4-BE49-F238E27FC236}">
                <a16:creationId xmlns:a16="http://schemas.microsoft.com/office/drawing/2014/main" id="{300D6C9A-2B40-8892-CCFF-FEC279B00E4D}"/>
              </a:ext>
            </a:extLst>
          </p:cNvPr>
          <p:cNvCxnSpPr>
            <a:cxnSpLocks/>
          </p:cNvCxnSpPr>
          <p:nvPr userDrawn="1"/>
        </p:nvCxnSpPr>
        <p:spPr>
          <a:xfrm>
            <a:off x="701226" y="6306404"/>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Keyline 2">
            <a:extLst>
              <a:ext uri="{FF2B5EF4-FFF2-40B4-BE49-F238E27FC236}">
                <a16:creationId xmlns:a16="http://schemas.microsoft.com/office/drawing/2014/main" id="{ED107D8E-32E7-12CE-32DF-9B8C861E28F0}"/>
              </a:ext>
            </a:extLst>
          </p:cNvPr>
          <p:cNvCxnSpPr>
            <a:cxnSpLocks/>
          </p:cNvCxnSpPr>
          <p:nvPr userDrawn="1"/>
        </p:nvCxnSpPr>
        <p:spPr>
          <a:xfrm>
            <a:off x="701226" y="5827013"/>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Keyline 3">
            <a:extLst>
              <a:ext uri="{FF2B5EF4-FFF2-40B4-BE49-F238E27FC236}">
                <a16:creationId xmlns:a16="http://schemas.microsoft.com/office/drawing/2014/main" id="{290F09D2-732A-EFFD-AD38-65E32B2A3568}"/>
              </a:ext>
            </a:extLst>
          </p:cNvPr>
          <p:cNvCxnSpPr>
            <a:cxnSpLocks/>
          </p:cNvCxnSpPr>
          <p:nvPr userDrawn="1"/>
        </p:nvCxnSpPr>
        <p:spPr>
          <a:xfrm>
            <a:off x="701226" y="5347631"/>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Keyline 4">
            <a:extLst>
              <a:ext uri="{FF2B5EF4-FFF2-40B4-BE49-F238E27FC236}">
                <a16:creationId xmlns:a16="http://schemas.microsoft.com/office/drawing/2014/main" id="{ADE9E646-3140-7D18-8986-995FB7B4D8C1}"/>
              </a:ext>
            </a:extLst>
          </p:cNvPr>
          <p:cNvCxnSpPr>
            <a:cxnSpLocks/>
          </p:cNvCxnSpPr>
          <p:nvPr userDrawn="1"/>
        </p:nvCxnSpPr>
        <p:spPr>
          <a:xfrm>
            <a:off x="701226" y="4868249"/>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Keyline 5">
            <a:extLst>
              <a:ext uri="{FF2B5EF4-FFF2-40B4-BE49-F238E27FC236}">
                <a16:creationId xmlns:a16="http://schemas.microsoft.com/office/drawing/2014/main" id="{6BA7767D-D8F2-9BDF-B652-5B4835BEB721}"/>
              </a:ext>
            </a:extLst>
          </p:cNvPr>
          <p:cNvCxnSpPr>
            <a:cxnSpLocks/>
          </p:cNvCxnSpPr>
          <p:nvPr userDrawn="1"/>
        </p:nvCxnSpPr>
        <p:spPr>
          <a:xfrm>
            <a:off x="701226" y="4388867"/>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Keyline 6">
            <a:extLst>
              <a:ext uri="{FF2B5EF4-FFF2-40B4-BE49-F238E27FC236}">
                <a16:creationId xmlns:a16="http://schemas.microsoft.com/office/drawing/2014/main" id="{CD944E95-5E50-07D2-4E46-5BCD083634B1}"/>
              </a:ext>
            </a:extLst>
          </p:cNvPr>
          <p:cNvCxnSpPr>
            <a:cxnSpLocks/>
          </p:cNvCxnSpPr>
          <p:nvPr userDrawn="1"/>
        </p:nvCxnSpPr>
        <p:spPr>
          <a:xfrm>
            <a:off x="701226" y="3909485"/>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Keyline 7">
            <a:extLst>
              <a:ext uri="{FF2B5EF4-FFF2-40B4-BE49-F238E27FC236}">
                <a16:creationId xmlns:a16="http://schemas.microsoft.com/office/drawing/2014/main" id="{D190EB63-57B4-FD55-745B-5F0C9D440AA8}"/>
              </a:ext>
            </a:extLst>
          </p:cNvPr>
          <p:cNvCxnSpPr>
            <a:cxnSpLocks/>
          </p:cNvCxnSpPr>
          <p:nvPr userDrawn="1"/>
        </p:nvCxnSpPr>
        <p:spPr>
          <a:xfrm>
            <a:off x="701226" y="3430103"/>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Keyline 8">
            <a:extLst>
              <a:ext uri="{FF2B5EF4-FFF2-40B4-BE49-F238E27FC236}">
                <a16:creationId xmlns:a16="http://schemas.microsoft.com/office/drawing/2014/main" id="{BA18840F-54A2-8232-FAF5-F3DE388B1498}"/>
              </a:ext>
            </a:extLst>
          </p:cNvPr>
          <p:cNvCxnSpPr>
            <a:cxnSpLocks/>
          </p:cNvCxnSpPr>
          <p:nvPr userDrawn="1"/>
        </p:nvCxnSpPr>
        <p:spPr>
          <a:xfrm>
            <a:off x="701226" y="2950721"/>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Keyline 9">
            <a:extLst>
              <a:ext uri="{FF2B5EF4-FFF2-40B4-BE49-F238E27FC236}">
                <a16:creationId xmlns:a16="http://schemas.microsoft.com/office/drawing/2014/main" id="{93A5D584-2EAF-EF2E-7F9B-382461548F03}"/>
              </a:ext>
            </a:extLst>
          </p:cNvPr>
          <p:cNvCxnSpPr>
            <a:cxnSpLocks/>
          </p:cNvCxnSpPr>
          <p:nvPr userDrawn="1"/>
        </p:nvCxnSpPr>
        <p:spPr>
          <a:xfrm>
            <a:off x="701226" y="2471339"/>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Keyline 10">
            <a:extLst>
              <a:ext uri="{FF2B5EF4-FFF2-40B4-BE49-F238E27FC236}">
                <a16:creationId xmlns:a16="http://schemas.microsoft.com/office/drawing/2014/main" id="{07791778-D0E2-F310-69E2-50F69C817D82}"/>
              </a:ext>
            </a:extLst>
          </p:cNvPr>
          <p:cNvCxnSpPr>
            <a:cxnSpLocks/>
          </p:cNvCxnSpPr>
          <p:nvPr userDrawn="1"/>
        </p:nvCxnSpPr>
        <p:spPr>
          <a:xfrm>
            <a:off x="701226" y="1991957"/>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29" name="Slide Image">
            <a:extLst>
              <a:ext uri="{FF2B5EF4-FFF2-40B4-BE49-F238E27FC236}">
                <a16:creationId xmlns:a16="http://schemas.microsoft.com/office/drawing/2014/main" id="{D5C7DEB0-9DE0-B633-798D-AE70BB5F9C0B}"/>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962657" y="959277"/>
            <a:ext cx="9578296" cy="5387791"/>
          </a:xfrm>
          <a:prstGeom prst="rect">
            <a:avLst/>
          </a:prstGeom>
        </p:spPr>
      </p:pic>
      <p:sp>
        <p:nvSpPr>
          <p:cNvPr id="37" name="Footer">
            <a:extLst>
              <a:ext uri="{FF2B5EF4-FFF2-40B4-BE49-F238E27FC236}">
                <a16:creationId xmlns:a16="http://schemas.microsoft.com/office/drawing/2014/main" id="{F1B7EEAC-85DB-7383-7129-26EEE90838B2}"/>
              </a:ext>
            </a:extLst>
          </p:cNvPr>
          <p:cNvSpPr>
            <a:spLocks noGrp="1"/>
          </p:cNvSpPr>
          <p:nvPr>
            <p:ph type="ftr" sz="quarter" idx="3"/>
          </p:nvPr>
        </p:nvSpPr>
        <p:spPr>
          <a:xfrm>
            <a:off x="33062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sp>
        <p:nvSpPr>
          <p:cNvPr id="35" name="Page Number">
            <a:extLst>
              <a:ext uri="{FF2B5EF4-FFF2-40B4-BE49-F238E27FC236}">
                <a16:creationId xmlns:a16="http://schemas.microsoft.com/office/drawing/2014/main" id="{BC5E4B77-8821-60B7-8A44-2E67DF2984B1}"/>
              </a:ext>
            </a:extLst>
          </p:cNvPr>
          <p:cNvSpPr/>
          <p:nvPr userDrawn="1"/>
        </p:nvSpPr>
        <p:spPr>
          <a:xfrm>
            <a:off x="10982552" y="6453188"/>
            <a:ext cx="874486" cy="251377"/>
          </a:xfrm>
          <a:prstGeom prst="rect">
            <a:avLst/>
          </a:prstGeom>
          <a:noFill/>
          <a:ln/>
          <a:effectLst/>
        </p:spPr>
        <p:txBody>
          <a:bodyPr wrap="square" lIns="0" tIns="36000" rIns="0" bIns="0" rtlCol="0" anchor="t"/>
          <a:lstStyle/>
          <a:p>
            <a:pPr algn="r">
              <a:lnSpc>
                <a:spcPts val="1200"/>
              </a:lnSpc>
            </a:pPr>
            <a:fld id="{813E1539-BDFC-1842-B3FB-E5DB7506B1D6}" type="slidenum">
              <a:rPr lang="en-US" sz="1600" b="0" i="0" smtClean="0">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p>
        </p:txBody>
      </p:sp>
      <p:pic>
        <p:nvPicPr>
          <p:cNvPr id="2" name="TD Shield">
            <a:extLst>
              <a:ext uri="{FF2B5EF4-FFF2-40B4-BE49-F238E27FC236}">
                <a16:creationId xmlns:a16="http://schemas.microsoft.com/office/drawing/2014/main" id="{E68D2484-D360-A386-2B13-F948D50B4F12}"/>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34269257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5 bullets, air plane passenger illustration">
    <p:bg>
      <p:bgPr>
        <a:solidFill>
          <a:schemeClr val="bg1"/>
        </a:solidFill>
        <a:effectLst/>
      </p:bgPr>
    </p:bg>
    <p:spTree>
      <p:nvGrpSpPr>
        <p:cNvPr id="1" name=""/>
        <p:cNvGrpSpPr/>
        <p:nvPr/>
      </p:nvGrpSpPr>
      <p:grpSpPr>
        <a:xfrm>
          <a:off x="0" y="0"/>
          <a:ext cx="0" cy="0"/>
          <a:chOff x="0" y="0"/>
          <a:chExt cx="0" cy="0"/>
        </a:xfrm>
      </p:grpSpPr>
      <p:sp>
        <p:nvSpPr>
          <p:cNvPr id="2" name="Green rectangle ">
            <a:extLst>
              <a:ext uri="{FF2B5EF4-FFF2-40B4-BE49-F238E27FC236}">
                <a16:creationId xmlns:a16="http://schemas.microsoft.com/office/drawing/2014/main" id="{1A784E1B-7AB2-54B1-C690-6EB2EB8DDF5F}"/>
              </a:ext>
            </a:extLst>
          </p:cNvPr>
          <p:cNvSpPr/>
          <p:nvPr userDrawn="1"/>
        </p:nvSpPr>
        <p:spPr>
          <a:xfrm>
            <a:off x="3201" y="0"/>
            <a:ext cx="11050622" cy="6858000"/>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genda title">
            <a:extLst>
              <a:ext uri="{FF2B5EF4-FFF2-40B4-BE49-F238E27FC236}">
                <a16:creationId xmlns:a16="http://schemas.microsoft.com/office/drawing/2014/main" id="{511B88CC-6B73-3E87-0967-1ACE7181A9AE}"/>
              </a:ext>
            </a:extLst>
          </p:cNvPr>
          <p:cNvSpPr>
            <a:spLocks noGrp="1"/>
          </p:cNvSpPr>
          <p:nvPr>
            <p:ph type="ctrTitle" hasCustomPrompt="1"/>
          </p:nvPr>
        </p:nvSpPr>
        <p:spPr>
          <a:xfrm>
            <a:off x="701226" y="780257"/>
            <a:ext cx="9930752" cy="358041"/>
          </a:xfrm>
        </p:spPr>
        <p:txBody>
          <a:bodyPr lIns="0" tIns="0" rIns="0" bIns="36000" anchor="t" anchorCtr="0">
            <a:noAutofit/>
          </a:bodyPr>
          <a:lstStyle>
            <a:lvl1pPr algn="l">
              <a:defRPr sz="2800" b="1" i="0">
                <a:solidFill>
                  <a:schemeClr val="bg1"/>
                </a:solidFill>
                <a:latin typeface="TD Graphik Semibold" panose="020B0503030202060203" pitchFamily="34" charset="77"/>
              </a:defRPr>
            </a:lvl1pPr>
          </a:lstStyle>
          <a:p>
            <a:r>
              <a:rPr lang="en-US"/>
              <a:t>Agenda</a:t>
            </a:r>
          </a:p>
        </p:txBody>
      </p:sp>
      <p:sp>
        <p:nvSpPr>
          <p:cNvPr id="11" name="Bullet points">
            <a:extLst>
              <a:ext uri="{FF2B5EF4-FFF2-40B4-BE49-F238E27FC236}">
                <a16:creationId xmlns:a16="http://schemas.microsoft.com/office/drawing/2014/main" id="{0D022F4D-3F03-6294-3FB6-E6D5EDB419D1}"/>
              </a:ext>
            </a:extLst>
          </p:cNvPr>
          <p:cNvSpPr>
            <a:spLocks noGrp="1"/>
          </p:cNvSpPr>
          <p:nvPr>
            <p:ph type="body" sz="quarter" idx="11" hasCustomPrompt="1"/>
          </p:nvPr>
        </p:nvSpPr>
        <p:spPr>
          <a:xfrm>
            <a:off x="701226" y="1630363"/>
            <a:ext cx="5905636" cy="4010583"/>
          </a:xfrm>
        </p:spPr>
        <p:txBody>
          <a:bodyPr lIns="0" tIns="0" rIns="0" bIns="0">
            <a:noAutofit/>
          </a:bodyPr>
          <a:lstStyle>
            <a:lvl1pPr marL="457200" indent="-457200">
              <a:lnSpc>
                <a:spcPct val="150000"/>
              </a:lnSpc>
              <a:spcBef>
                <a:spcPts val="0"/>
              </a:spcBef>
              <a:buClr>
                <a:schemeClr val="bg1"/>
              </a:buClr>
              <a:buFont typeface="Wingdings" pitchFamily="2" charset="2"/>
              <a:buChar char="§"/>
              <a:defRPr sz="3000">
                <a:solidFill>
                  <a:schemeClr val="bg1"/>
                </a:solidFill>
              </a:defRPr>
            </a:lvl1pPr>
            <a:lvl2pPr>
              <a:lnSpc>
                <a:spcPts val="3120"/>
              </a:lnSpc>
              <a:defRPr sz="1600">
                <a:solidFill>
                  <a:schemeClr val="bg1"/>
                </a:solidFill>
              </a:defRPr>
            </a:lvl2pPr>
            <a:lvl3pPr>
              <a:lnSpc>
                <a:spcPts val="3120"/>
              </a:lnSpc>
              <a:defRPr sz="1600">
                <a:solidFill>
                  <a:schemeClr val="bg1"/>
                </a:solidFill>
              </a:defRPr>
            </a:lvl3pPr>
            <a:lvl4pPr>
              <a:lnSpc>
                <a:spcPts val="3120"/>
              </a:lnSpc>
              <a:defRPr sz="1600">
                <a:solidFill>
                  <a:schemeClr val="bg1"/>
                </a:solidFill>
              </a:defRPr>
            </a:lvl4pPr>
            <a:lvl5pPr>
              <a:lnSpc>
                <a:spcPts val="3120"/>
              </a:lnSpc>
              <a:defRPr sz="1600">
                <a:solidFill>
                  <a:schemeClr val="bg1"/>
                </a:solidFill>
              </a:defRPr>
            </a:lvl5pPr>
          </a:lstStyle>
          <a:p>
            <a:pPr lvl="0"/>
            <a:r>
              <a:rPr lang="en-US"/>
              <a:t>Insert agenda bullet here.</a:t>
            </a:r>
          </a:p>
          <a:p>
            <a:pPr lvl="0"/>
            <a:r>
              <a:rPr lang="en-US"/>
              <a:t>Insert agenda bullet here.</a:t>
            </a:r>
          </a:p>
          <a:p>
            <a:pPr lvl="0"/>
            <a:r>
              <a:rPr lang="en-US"/>
              <a:t>Insert agenda bullet here.</a:t>
            </a:r>
          </a:p>
          <a:p>
            <a:pPr lvl="0"/>
            <a:r>
              <a:rPr lang="en-US"/>
              <a:t>Insert agenda bullet here.</a:t>
            </a:r>
          </a:p>
          <a:p>
            <a:pPr lvl="0"/>
            <a:r>
              <a:rPr lang="en-US"/>
              <a:t>Insert agenda bullet here.</a:t>
            </a:r>
          </a:p>
        </p:txBody>
      </p:sp>
      <p:pic>
        <p:nvPicPr>
          <p:cNvPr id="8" name="Slide image">
            <a:extLst>
              <a:ext uri="{FF2B5EF4-FFF2-40B4-BE49-F238E27FC236}">
                <a16:creationId xmlns:a16="http://schemas.microsoft.com/office/drawing/2014/main" id="{61EC4175-5957-ABB2-FB3A-FE94D5BC577B}"/>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flipH="1">
            <a:off x="792665" y="1744657"/>
            <a:ext cx="9826145" cy="4396301"/>
          </a:xfrm>
          <a:prstGeom prst="rect">
            <a:avLst/>
          </a:prstGeom>
        </p:spPr>
      </p:pic>
      <p:sp>
        <p:nvSpPr>
          <p:cNvPr id="32" name="Footer">
            <a:extLst>
              <a:ext uri="{FF2B5EF4-FFF2-40B4-BE49-F238E27FC236}">
                <a16:creationId xmlns:a16="http://schemas.microsoft.com/office/drawing/2014/main" id="{EF16D11F-4308-96B2-7277-1F2488DA3F11}"/>
              </a:ext>
            </a:extLst>
          </p:cNvPr>
          <p:cNvSpPr>
            <a:spLocks noGrp="1"/>
          </p:cNvSpPr>
          <p:nvPr>
            <p:ph type="ftr" sz="quarter" idx="3"/>
          </p:nvPr>
        </p:nvSpPr>
        <p:spPr>
          <a:xfrm>
            <a:off x="33062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sp>
        <p:nvSpPr>
          <p:cNvPr id="10" name="Page Number">
            <a:extLst>
              <a:ext uri="{FF2B5EF4-FFF2-40B4-BE49-F238E27FC236}">
                <a16:creationId xmlns:a16="http://schemas.microsoft.com/office/drawing/2014/main" id="{086B9A0B-F44D-955A-037C-B33B50620173}"/>
              </a:ext>
            </a:extLst>
          </p:cNvPr>
          <p:cNvSpPr/>
          <p:nvPr userDrawn="1"/>
        </p:nvSpPr>
        <p:spPr>
          <a:xfrm>
            <a:off x="10982552" y="6453188"/>
            <a:ext cx="874486" cy="251377"/>
          </a:xfrm>
          <a:prstGeom prst="rect">
            <a:avLst/>
          </a:prstGeom>
          <a:noFill/>
          <a:ln/>
          <a:effectLst/>
        </p:spPr>
        <p:txBody>
          <a:bodyPr wrap="square" lIns="0" tIns="36000" rIns="0" bIns="0" rtlCol="0" anchor="t"/>
          <a:lstStyle/>
          <a:p>
            <a:pPr algn="r">
              <a:lnSpc>
                <a:spcPts val="1200"/>
              </a:lnSpc>
            </a:pPr>
            <a:fld id="{813E1539-BDFC-1842-B3FB-E5DB7506B1D6}" type="slidenum">
              <a:rPr lang="en-US" sz="1600" b="0" i="0" smtClean="0">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p>
        </p:txBody>
      </p:sp>
      <p:pic>
        <p:nvPicPr>
          <p:cNvPr id="3" name="TD Shield">
            <a:extLst>
              <a:ext uri="{FF2B5EF4-FFF2-40B4-BE49-F238E27FC236}">
                <a16:creationId xmlns:a16="http://schemas.microsoft.com/office/drawing/2014/main" id="{764772A5-B923-CB5C-39CC-774AF52B63E4}"/>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30813810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with 5 bullets, clipboard illustration">
    <p:bg>
      <p:bgPr>
        <a:solidFill>
          <a:schemeClr val="bg1"/>
        </a:solidFill>
        <a:effectLst/>
      </p:bgPr>
    </p:bg>
    <p:spTree>
      <p:nvGrpSpPr>
        <p:cNvPr id="1" name=""/>
        <p:cNvGrpSpPr/>
        <p:nvPr/>
      </p:nvGrpSpPr>
      <p:grpSpPr>
        <a:xfrm>
          <a:off x="0" y="0"/>
          <a:ext cx="0" cy="0"/>
          <a:chOff x="0" y="0"/>
          <a:chExt cx="0" cy="0"/>
        </a:xfrm>
      </p:grpSpPr>
      <p:sp>
        <p:nvSpPr>
          <p:cNvPr id="12" name="Slide title">
            <a:extLst>
              <a:ext uri="{FF2B5EF4-FFF2-40B4-BE49-F238E27FC236}">
                <a16:creationId xmlns:a16="http://schemas.microsoft.com/office/drawing/2014/main" id="{4BD5BC02-ABCD-66B2-78D1-466EE74618A8}"/>
              </a:ext>
            </a:extLst>
          </p:cNvPr>
          <p:cNvSpPr>
            <a:spLocks noGrp="1"/>
          </p:cNvSpPr>
          <p:nvPr>
            <p:ph type="ctrTitle" hasCustomPrompt="1"/>
          </p:nvPr>
        </p:nvSpPr>
        <p:spPr>
          <a:xfrm>
            <a:off x="701226" y="780257"/>
            <a:ext cx="6459107" cy="358041"/>
          </a:xfrm>
          <a:prstGeom prst="rect">
            <a:avLst/>
          </a:prstGeom>
        </p:spPr>
        <p:txBody>
          <a:bodyPr lIns="0" tIns="0" rIns="0" bIns="36000" anchor="t" anchorCtr="0">
            <a:noAutofit/>
          </a:bodyPr>
          <a:lstStyle>
            <a:lvl1pPr algn="l">
              <a:defRPr sz="2800" b="1" i="0">
                <a:solidFill>
                  <a:srgbClr val="008A00"/>
                </a:solidFill>
                <a:latin typeface="TD Graphik Semibold" panose="020B0503030202060203" pitchFamily="34" charset="77"/>
              </a:defRPr>
            </a:lvl1pPr>
          </a:lstStyle>
          <a:p>
            <a:r>
              <a:rPr lang="en-US"/>
              <a:t>Agenda</a:t>
            </a:r>
          </a:p>
        </p:txBody>
      </p:sp>
      <p:sp>
        <p:nvSpPr>
          <p:cNvPr id="11" name="Bullet points">
            <a:extLst>
              <a:ext uri="{FF2B5EF4-FFF2-40B4-BE49-F238E27FC236}">
                <a16:creationId xmlns:a16="http://schemas.microsoft.com/office/drawing/2014/main" id="{0D022F4D-3F03-6294-3FB6-E6D5EDB419D1}"/>
              </a:ext>
            </a:extLst>
          </p:cNvPr>
          <p:cNvSpPr>
            <a:spLocks noGrp="1"/>
          </p:cNvSpPr>
          <p:nvPr>
            <p:ph type="body" sz="quarter" idx="11" hasCustomPrompt="1"/>
          </p:nvPr>
        </p:nvSpPr>
        <p:spPr>
          <a:xfrm>
            <a:off x="701226" y="1630363"/>
            <a:ext cx="5749802" cy="3984826"/>
          </a:xfrm>
        </p:spPr>
        <p:txBody>
          <a:bodyPr lIns="0" tIns="0" rIns="0" bIns="0">
            <a:noAutofit/>
          </a:bodyPr>
          <a:lstStyle>
            <a:lvl1pPr marL="514350" indent="-514350">
              <a:lnSpc>
                <a:spcPct val="150000"/>
              </a:lnSpc>
              <a:spcBef>
                <a:spcPts val="0"/>
              </a:spcBef>
              <a:buClr>
                <a:srgbClr val="038203"/>
              </a:buClr>
              <a:buFont typeface="+mj-lt"/>
              <a:buAutoNum type="arabicPeriod"/>
              <a:defRPr sz="3000">
                <a:solidFill>
                  <a:srgbClr val="1C1C1C"/>
                </a:solidFill>
              </a:defRPr>
            </a:lvl1pPr>
            <a:lvl2pPr>
              <a:lnSpc>
                <a:spcPts val="3120"/>
              </a:lnSpc>
              <a:defRPr sz="1600">
                <a:solidFill>
                  <a:schemeClr val="bg1"/>
                </a:solidFill>
              </a:defRPr>
            </a:lvl2pPr>
            <a:lvl3pPr>
              <a:lnSpc>
                <a:spcPts val="3120"/>
              </a:lnSpc>
              <a:defRPr sz="1600">
                <a:solidFill>
                  <a:schemeClr val="bg1"/>
                </a:solidFill>
              </a:defRPr>
            </a:lvl3pPr>
            <a:lvl4pPr>
              <a:lnSpc>
                <a:spcPts val="3120"/>
              </a:lnSpc>
              <a:defRPr sz="1600">
                <a:solidFill>
                  <a:schemeClr val="bg1"/>
                </a:solidFill>
              </a:defRPr>
            </a:lvl4pPr>
            <a:lvl5pPr>
              <a:lnSpc>
                <a:spcPts val="3120"/>
              </a:lnSpc>
              <a:defRPr sz="1600">
                <a:solidFill>
                  <a:schemeClr val="bg1"/>
                </a:solidFill>
              </a:defRPr>
            </a:lvl5pPr>
          </a:lstStyle>
          <a:p>
            <a:pPr lvl="0"/>
            <a:r>
              <a:rPr lang="en-US"/>
              <a:t>Insert agenda bullet here.</a:t>
            </a:r>
          </a:p>
          <a:p>
            <a:pPr lvl="0"/>
            <a:r>
              <a:rPr lang="en-US"/>
              <a:t>Insert agenda bullet here.</a:t>
            </a:r>
          </a:p>
          <a:p>
            <a:pPr lvl="0"/>
            <a:r>
              <a:rPr lang="en-US"/>
              <a:t>Insert agenda bullet here.</a:t>
            </a:r>
          </a:p>
          <a:p>
            <a:pPr lvl="0"/>
            <a:r>
              <a:rPr lang="en-US"/>
              <a:t>Insert agenda bullet here.</a:t>
            </a:r>
          </a:p>
        </p:txBody>
      </p:sp>
      <p:sp>
        <p:nvSpPr>
          <p:cNvPr id="9" name="Page Number">
            <a:extLst>
              <a:ext uri="{FF2B5EF4-FFF2-40B4-BE49-F238E27FC236}">
                <a16:creationId xmlns:a16="http://schemas.microsoft.com/office/drawing/2014/main" id="{0FC78323-73B3-25BF-BA58-4A4F9E98EFC2}"/>
              </a:ext>
            </a:extLst>
          </p:cNvPr>
          <p:cNvSpPr/>
          <p:nvPr userDrawn="1"/>
        </p:nvSpPr>
        <p:spPr>
          <a:xfrm>
            <a:off x="10982552" y="6453188"/>
            <a:ext cx="874486" cy="251377"/>
          </a:xfrm>
          <a:prstGeom prst="rect">
            <a:avLst/>
          </a:prstGeom>
          <a:noFill/>
          <a:ln/>
          <a:effectLst/>
        </p:spPr>
        <p:txBody>
          <a:bodyPr wrap="square" lIns="0" tIns="36000" rIns="0" bIns="0" rtlCol="0" anchor="t"/>
          <a:lstStyle/>
          <a:p>
            <a:pPr algn="r">
              <a:lnSpc>
                <a:spcPts val="1200"/>
              </a:lnSpc>
            </a:pPr>
            <a:fld id="{813E1539-BDFC-1842-B3FB-E5DB7506B1D6}" type="slidenum">
              <a:rPr lang="en-US" sz="1600" b="0" i="0" smtClean="0">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p>
        </p:txBody>
      </p:sp>
      <p:pic>
        <p:nvPicPr>
          <p:cNvPr id="3" name="Slide image">
            <a:extLst>
              <a:ext uri="{FF2B5EF4-FFF2-40B4-BE49-F238E27FC236}">
                <a16:creationId xmlns:a16="http://schemas.microsoft.com/office/drawing/2014/main" id="{24AFB7B8-A72E-7426-2591-434C8F42ABFC}"/>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27891" y="1138298"/>
            <a:ext cx="4703886" cy="4703886"/>
          </a:xfrm>
          <a:prstGeom prst="rect">
            <a:avLst/>
          </a:prstGeom>
        </p:spPr>
      </p:pic>
      <p:sp>
        <p:nvSpPr>
          <p:cNvPr id="10" name="Footer">
            <a:extLst>
              <a:ext uri="{FF2B5EF4-FFF2-40B4-BE49-F238E27FC236}">
                <a16:creationId xmlns:a16="http://schemas.microsoft.com/office/drawing/2014/main" id="{9A793AAC-0178-67FE-ECD6-D55A4B016BB2}"/>
              </a:ext>
            </a:extLst>
          </p:cNvPr>
          <p:cNvSpPr>
            <a:spLocks noGrp="1"/>
          </p:cNvSpPr>
          <p:nvPr>
            <p:ph type="ftr" sz="quarter" idx="3"/>
          </p:nvPr>
        </p:nvSpPr>
        <p:spPr>
          <a:xfrm>
            <a:off x="33062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pic>
        <p:nvPicPr>
          <p:cNvPr id="2" name="TD Shield">
            <a:extLst>
              <a:ext uri="{FF2B5EF4-FFF2-40B4-BE49-F238E27FC236}">
                <a16:creationId xmlns:a16="http://schemas.microsoft.com/office/drawing/2014/main" id="{44354219-C1EF-0E29-F9B6-84786E6D066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26111718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hield Green Background with Black Title">
    <p:bg>
      <p:bgPr>
        <a:solidFill>
          <a:srgbClr val="008A00"/>
        </a:solidFill>
        <a:effectLst/>
      </p:bgPr>
    </p:bg>
    <p:spTree>
      <p:nvGrpSpPr>
        <p:cNvPr id="1" name=""/>
        <p:cNvGrpSpPr/>
        <p:nvPr/>
      </p:nvGrpSpPr>
      <p:grpSpPr>
        <a:xfrm>
          <a:off x="0" y="0"/>
          <a:ext cx="0" cy="0"/>
          <a:chOff x="0" y="0"/>
          <a:chExt cx="0" cy="0"/>
        </a:xfrm>
      </p:grpSpPr>
      <p:sp>
        <p:nvSpPr>
          <p:cNvPr id="4" name="Section Slide title">
            <a:extLst>
              <a:ext uri="{FF2B5EF4-FFF2-40B4-BE49-F238E27FC236}">
                <a16:creationId xmlns:a16="http://schemas.microsoft.com/office/drawing/2014/main" id="{FF6A2255-E9DF-9F56-75AA-7DC041976E04}"/>
              </a:ext>
            </a:extLst>
          </p:cNvPr>
          <p:cNvSpPr>
            <a:spLocks noGrp="1"/>
          </p:cNvSpPr>
          <p:nvPr>
            <p:ph type="body" sz="quarter" idx="12" hasCustomPrompt="1"/>
          </p:nvPr>
        </p:nvSpPr>
        <p:spPr>
          <a:xfrm>
            <a:off x="-260666" y="1002156"/>
            <a:ext cx="2557505" cy="282942"/>
          </a:xfrm>
        </p:spPr>
        <p:txBody>
          <a:bodyPr lIns="0" tIns="0" rIns="0" bIns="0">
            <a:noAutofit/>
          </a:bodyPr>
          <a:lstStyle>
            <a:lvl1pPr marL="0" indent="0" algn="r">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lvl="0"/>
            <a:r>
              <a:rPr lang="en-US"/>
              <a:t>Section 01</a:t>
            </a:r>
          </a:p>
        </p:txBody>
      </p:sp>
      <p:sp>
        <p:nvSpPr>
          <p:cNvPr id="10" name="Footer">
            <a:extLst>
              <a:ext uri="{FF2B5EF4-FFF2-40B4-BE49-F238E27FC236}">
                <a16:creationId xmlns:a16="http://schemas.microsoft.com/office/drawing/2014/main" id="{913FB30A-F9D0-EDFC-87CB-461F6FA4E286}"/>
              </a:ext>
            </a:extLst>
          </p:cNvPr>
          <p:cNvSpPr>
            <a:spLocks noGrp="1"/>
          </p:cNvSpPr>
          <p:nvPr>
            <p:ph type="ftr" sz="quarter" idx="3"/>
          </p:nvPr>
        </p:nvSpPr>
        <p:spPr>
          <a:xfrm>
            <a:off x="33062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sp>
        <p:nvSpPr>
          <p:cNvPr id="7" name="Page Number">
            <a:extLst>
              <a:ext uri="{FF2B5EF4-FFF2-40B4-BE49-F238E27FC236}">
                <a16:creationId xmlns:a16="http://schemas.microsoft.com/office/drawing/2014/main" id="{D5E69CB6-F3C8-AA31-7BF5-EC3BC9ADC5C6}"/>
              </a:ext>
            </a:extLst>
          </p:cNvPr>
          <p:cNvSpPr/>
          <p:nvPr userDrawn="1"/>
        </p:nvSpPr>
        <p:spPr>
          <a:xfrm>
            <a:off x="10982552" y="6453188"/>
            <a:ext cx="874486" cy="251377"/>
          </a:xfrm>
          <a:prstGeom prst="rect">
            <a:avLst/>
          </a:prstGeom>
          <a:noFill/>
          <a:ln/>
          <a:effectLst/>
        </p:spPr>
        <p:txBody>
          <a:bodyPr wrap="square" lIns="0" tIns="36000" rIns="0" bIns="0" rtlCol="0" anchor="t"/>
          <a:lstStyle/>
          <a:p>
            <a:pPr algn="r">
              <a:lnSpc>
                <a:spcPts val="1200"/>
              </a:lnSpc>
            </a:pPr>
            <a:fld id="{813E1539-BDFC-1842-B3FB-E5DB7506B1D6}" type="slidenum">
              <a:rPr lang="en-US" sz="1600" b="0" i="0" smtClean="0">
                <a:solidFill>
                  <a:schemeClr val="bg1"/>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chemeClr val="bg1"/>
              </a:solidFill>
            </a:endParaRPr>
          </a:p>
        </p:txBody>
      </p:sp>
      <p:cxnSp>
        <p:nvCxnSpPr>
          <p:cNvPr id="9" name="Keyline">
            <a:extLst>
              <a:ext uri="{FF2B5EF4-FFF2-40B4-BE49-F238E27FC236}">
                <a16:creationId xmlns:a16="http://schemas.microsoft.com/office/drawing/2014/main" id="{C2AFD47F-335F-A270-C273-27E95142AC25}"/>
              </a:ext>
            </a:extLst>
          </p:cNvPr>
          <p:cNvCxnSpPr>
            <a:cxnSpLocks/>
          </p:cNvCxnSpPr>
          <p:nvPr userDrawn="1"/>
        </p:nvCxnSpPr>
        <p:spPr>
          <a:xfrm>
            <a:off x="0" y="810620"/>
            <a:ext cx="2296839"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Section title">
            <a:extLst>
              <a:ext uri="{FF2B5EF4-FFF2-40B4-BE49-F238E27FC236}">
                <a16:creationId xmlns:a16="http://schemas.microsoft.com/office/drawing/2014/main" id="{290C8670-2003-C4F5-05F7-EEC3B4A8E776}"/>
              </a:ext>
            </a:extLst>
          </p:cNvPr>
          <p:cNvSpPr>
            <a:spLocks noGrp="1"/>
          </p:cNvSpPr>
          <p:nvPr>
            <p:ph type="body" sz="quarter" idx="10" hasCustomPrompt="1"/>
          </p:nvPr>
        </p:nvSpPr>
        <p:spPr>
          <a:xfrm>
            <a:off x="1345835" y="4409955"/>
            <a:ext cx="7134135" cy="1377548"/>
          </a:xfrm>
        </p:spPr>
        <p:txBody>
          <a:bodyPr lIns="0" tIns="0" rIns="0" bIns="0">
            <a:noAutofit/>
          </a:bodyPr>
          <a:lstStyle>
            <a:lvl1pPr marL="0" indent="0">
              <a:buNone/>
              <a:defRPr sz="5000" b="1" i="0">
                <a:solidFill>
                  <a:schemeClr val="bg1"/>
                </a:solidFill>
                <a:latin typeface="TD Graphik Medium" panose="020B0503030202060203" pitchFamily="34" charset="77"/>
              </a:defRPr>
            </a:lvl1pPr>
            <a:lvl2pPr>
              <a:defRPr sz="5000" b="1" i="0">
                <a:latin typeface="TD Graphik Medium" panose="020B0503030202060203" pitchFamily="34" charset="77"/>
              </a:defRPr>
            </a:lvl2pPr>
            <a:lvl3pPr>
              <a:defRPr sz="5000" b="1" i="0">
                <a:latin typeface="TD Graphik Medium" panose="020B0503030202060203" pitchFamily="34" charset="77"/>
              </a:defRPr>
            </a:lvl3pPr>
            <a:lvl4pPr>
              <a:defRPr sz="5000" b="1" i="0">
                <a:latin typeface="TD Graphik Medium" panose="020B0503030202060203" pitchFamily="34" charset="77"/>
              </a:defRPr>
            </a:lvl4pPr>
            <a:lvl5pPr>
              <a:defRPr sz="5000" b="1" i="0">
                <a:latin typeface="TD Graphik Medium" panose="020B0503030202060203" pitchFamily="34" charset="77"/>
              </a:defRPr>
            </a:lvl5pPr>
          </a:lstStyle>
          <a:p>
            <a:pPr>
              <a:lnSpc>
                <a:spcPct val="90000"/>
              </a:lnSpc>
              <a:spcBef>
                <a:spcPts val="0"/>
              </a:spcBef>
            </a:pPr>
            <a:r>
              <a:rPr lang="en-US" sz="5000" baseline="0">
                <a:solidFill>
                  <a:schemeClr val="bg1"/>
                </a:solidFill>
                <a:latin typeface="TD Graphik Medium" panose="020B0503030202060203" pitchFamily="34" charset="77"/>
              </a:rPr>
              <a:t>Insert your </a:t>
            </a:r>
            <a:br>
              <a:rPr lang="en-US" sz="5000" baseline="0">
                <a:solidFill>
                  <a:schemeClr val="bg1"/>
                </a:solidFill>
                <a:latin typeface="TD Graphik Medium" panose="020B0503030202060203" pitchFamily="34" charset="77"/>
              </a:rPr>
            </a:br>
            <a:r>
              <a:rPr lang="en-US" sz="5000" baseline="0">
                <a:solidFill>
                  <a:schemeClr val="bg1"/>
                </a:solidFill>
                <a:latin typeface="TD Graphik Medium" panose="020B0503030202060203" pitchFamily="34" charset="77"/>
              </a:rPr>
              <a:t>section header.</a:t>
            </a:r>
          </a:p>
        </p:txBody>
      </p:sp>
    </p:spTree>
    <p:extLst>
      <p:ext uri="{BB962C8B-B14F-4D97-AF65-F5344CB8AC3E}">
        <p14:creationId xmlns:p14="http://schemas.microsoft.com/office/powerpoint/2010/main" val="16416123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een Sidebar with bee illustration and title">
    <p:spTree>
      <p:nvGrpSpPr>
        <p:cNvPr id="1" name=""/>
        <p:cNvGrpSpPr/>
        <p:nvPr/>
      </p:nvGrpSpPr>
      <p:grpSpPr>
        <a:xfrm>
          <a:off x="0" y="0"/>
          <a:ext cx="0" cy="0"/>
          <a:chOff x="0" y="0"/>
          <a:chExt cx="0" cy="0"/>
        </a:xfrm>
      </p:grpSpPr>
      <p:sp>
        <p:nvSpPr>
          <p:cNvPr id="4" name="Green rectangle">
            <a:extLst>
              <a:ext uri="{FF2B5EF4-FFF2-40B4-BE49-F238E27FC236}">
                <a16:creationId xmlns:a16="http://schemas.microsoft.com/office/drawing/2014/main" id="{3DEF0E97-9F4F-E34F-3EEF-D352B1D9DBA9}"/>
              </a:ext>
            </a:extLst>
          </p:cNvPr>
          <p:cNvSpPr/>
          <p:nvPr userDrawn="1"/>
        </p:nvSpPr>
        <p:spPr>
          <a:xfrm>
            <a:off x="0" y="0"/>
            <a:ext cx="2667001" cy="6095054"/>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4" name="Section slide title">
            <a:extLst>
              <a:ext uri="{FF2B5EF4-FFF2-40B4-BE49-F238E27FC236}">
                <a16:creationId xmlns:a16="http://schemas.microsoft.com/office/drawing/2014/main" id="{992EB0BC-BF02-7D8D-077A-59F4F2AEFE4D}"/>
              </a:ext>
            </a:extLst>
          </p:cNvPr>
          <p:cNvSpPr>
            <a:spLocks noGrp="1"/>
          </p:cNvSpPr>
          <p:nvPr>
            <p:ph type="body" sz="quarter" idx="11" hasCustomPrompt="1"/>
          </p:nvPr>
        </p:nvSpPr>
        <p:spPr>
          <a:xfrm>
            <a:off x="148675" y="1002156"/>
            <a:ext cx="2148164" cy="186859"/>
          </a:xfrm>
        </p:spPr>
        <p:txBody>
          <a:bodyPr lIns="0" tIns="0" rIns="0" bIns="0">
            <a:noAutofit/>
          </a:bodyPr>
          <a:lstStyle>
            <a:lvl1pPr marL="0" indent="0" algn="r">
              <a:buNone/>
              <a:defRPr sz="1600" b="0" i="0">
                <a:solidFill>
                  <a:srgbClr val="1C1C1C"/>
                </a:solidFill>
                <a:latin typeface="TD Graphik Regular" panose="020B0503030202060203" pitchFamily="34" charset="77"/>
              </a:defRPr>
            </a:lvl1pPr>
            <a:lvl2pPr>
              <a:defRPr sz="1600" b="0" i="0">
                <a:solidFill>
                  <a:srgbClr val="1C1C1C"/>
                </a:solidFill>
                <a:latin typeface="TD Graphik Regular" panose="020B0503030202060203" pitchFamily="34" charset="77"/>
              </a:defRPr>
            </a:lvl2pPr>
            <a:lvl3pPr>
              <a:defRPr sz="1600" b="0" i="0">
                <a:solidFill>
                  <a:srgbClr val="1C1C1C"/>
                </a:solidFill>
                <a:latin typeface="TD Graphik Regular" panose="020B0503030202060203" pitchFamily="34" charset="77"/>
              </a:defRPr>
            </a:lvl3pPr>
            <a:lvl4pPr>
              <a:defRPr sz="1600" b="0" i="0">
                <a:solidFill>
                  <a:srgbClr val="1C1C1C"/>
                </a:solidFill>
                <a:latin typeface="TD Graphik Regular" panose="020B0503030202060203" pitchFamily="34" charset="77"/>
              </a:defRPr>
            </a:lvl4pPr>
            <a:lvl5pPr>
              <a:defRPr sz="1600" b="0" i="0">
                <a:solidFill>
                  <a:srgbClr val="1C1C1C"/>
                </a:solidFill>
                <a:latin typeface="TD Graphik Regular" panose="020B0503030202060203" pitchFamily="34" charset="77"/>
              </a:defRPr>
            </a:lvl5pPr>
          </a:lstStyle>
          <a:p>
            <a:pPr algn="r"/>
            <a:r>
              <a:rPr lang="en-CA" sz="1600" b="0" i="0">
                <a:solidFill>
                  <a:schemeClr val="bg1"/>
                </a:solidFill>
                <a:latin typeface="TD Graphik Regular" panose="020B0503030202060203" pitchFamily="34" charset="77"/>
              </a:rPr>
              <a:t>Section</a:t>
            </a:r>
            <a:r>
              <a:rPr lang="en-CA" sz="1600" b="1" i="0">
                <a:solidFill>
                  <a:schemeClr val="bg1"/>
                </a:solidFill>
                <a:latin typeface="TD Graphik Semibold" panose="020B0503030202060203" pitchFamily="34" charset="77"/>
              </a:rPr>
              <a:t> 01</a:t>
            </a:r>
            <a:endParaRPr lang="en-US" sz="1600" b="0" i="0">
              <a:solidFill>
                <a:schemeClr val="bg1"/>
              </a:solidFill>
              <a:latin typeface="TD Graphik Semilight" panose="020B0503030202060203" pitchFamily="34" charset="77"/>
            </a:endParaRPr>
          </a:p>
        </p:txBody>
      </p:sp>
      <p:sp>
        <p:nvSpPr>
          <p:cNvPr id="11" name="Section title">
            <a:extLst>
              <a:ext uri="{FF2B5EF4-FFF2-40B4-BE49-F238E27FC236}">
                <a16:creationId xmlns:a16="http://schemas.microsoft.com/office/drawing/2014/main" id="{F7A602B3-6591-1EB3-0E6F-F81DCD3A8BE9}"/>
              </a:ext>
            </a:extLst>
          </p:cNvPr>
          <p:cNvSpPr>
            <a:spLocks noGrp="1"/>
          </p:cNvSpPr>
          <p:nvPr>
            <p:ph type="ctrTitle" hasCustomPrompt="1"/>
          </p:nvPr>
        </p:nvSpPr>
        <p:spPr>
          <a:xfrm>
            <a:off x="3422785" y="2627476"/>
            <a:ext cx="8013699" cy="840102"/>
          </a:xfrm>
        </p:spPr>
        <p:txBody>
          <a:bodyPr wrap="square" anchor="ctr">
            <a:spAutoFit/>
          </a:bodyPr>
          <a:lstStyle>
            <a:lvl1pPr algn="l">
              <a:defRPr sz="5399" b="1" i="0">
                <a:solidFill>
                  <a:schemeClr val="tx1"/>
                </a:solidFill>
                <a:latin typeface="TD Graphik Semibold" panose="020B0503030202060203" pitchFamily="34" charset="77"/>
              </a:defRPr>
            </a:lvl1pPr>
          </a:lstStyle>
          <a:p>
            <a:r>
              <a:rPr lang="en-US"/>
              <a:t>Insert section header.</a:t>
            </a:r>
          </a:p>
        </p:txBody>
      </p:sp>
      <p:sp>
        <p:nvSpPr>
          <p:cNvPr id="15" name="Page Number">
            <a:extLst>
              <a:ext uri="{FF2B5EF4-FFF2-40B4-BE49-F238E27FC236}">
                <a16:creationId xmlns:a16="http://schemas.microsoft.com/office/drawing/2014/main" id="{A98C4A2B-B929-FF38-7860-303217F56E84}"/>
              </a:ext>
            </a:extLst>
          </p:cNvPr>
          <p:cNvSpPr/>
          <p:nvPr userDrawn="1"/>
        </p:nvSpPr>
        <p:spPr>
          <a:xfrm>
            <a:off x="10982552" y="6453188"/>
            <a:ext cx="874486" cy="251377"/>
          </a:xfrm>
          <a:prstGeom prst="rect">
            <a:avLst/>
          </a:prstGeom>
          <a:noFill/>
          <a:ln/>
          <a:effectLst/>
        </p:spPr>
        <p:txBody>
          <a:bodyPr wrap="square" lIns="0" tIns="36000" rIns="0" bIns="0" rtlCol="0" anchor="t"/>
          <a:lstStyle/>
          <a:p>
            <a:pPr algn="r">
              <a:lnSpc>
                <a:spcPts val="1200"/>
              </a:lnSpc>
            </a:pPr>
            <a:fld id="{813E1539-BDFC-1842-B3FB-E5DB7506B1D6}" type="slidenum">
              <a:rPr lang="en-US" sz="1600" b="0" i="0" smtClean="0">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p>
        </p:txBody>
      </p:sp>
      <p:sp>
        <p:nvSpPr>
          <p:cNvPr id="16" name="Footer">
            <a:extLst>
              <a:ext uri="{FF2B5EF4-FFF2-40B4-BE49-F238E27FC236}">
                <a16:creationId xmlns:a16="http://schemas.microsoft.com/office/drawing/2014/main" id="{68C3BCB4-0A63-E8EC-70DE-AEA9B2AC2E68}"/>
              </a:ext>
            </a:extLst>
          </p:cNvPr>
          <p:cNvSpPr>
            <a:spLocks noGrp="1"/>
          </p:cNvSpPr>
          <p:nvPr>
            <p:ph type="ftr" sz="quarter" idx="3"/>
          </p:nvPr>
        </p:nvSpPr>
        <p:spPr>
          <a:xfrm>
            <a:off x="33062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cxnSp>
        <p:nvCxnSpPr>
          <p:cNvPr id="13" name="Section Keyline">
            <a:extLst>
              <a:ext uri="{FF2B5EF4-FFF2-40B4-BE49-F238E27FC236}">
                <a16:creationId xmlns:a16="http://schemas.microsoft.com/office/drawing/2014/main" id="{E3B793D0-9D55-1355-6F4A-9CE7DC24E31B}"/>
              </a:ext>
            </a:extLst>
          </p:cNvPr>
          <p:cNvCxnSpPr>
            <a:cxnSpLocks/>
          </p:cNvCxnSpPr>
          <p:nvPr userDrawn="1"/>
        </p:nvCxnSpPr>
        <p:spPr>
          <a:xfrm>
            <a:off x="0" y="810620"/>
            <a:ext cx="2296839"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10" name="Image">
            <a:extLst>
              <a:ext uri="{FF2B5EF4-FFF2-40B4-BE49-F238E27FC236}">
                <a16:creationId xmlns:a16="http://schemas.microsoft.com/office/drawing/2014/main" id="{6706BD26-D8A9-6259-2063-1C2E309935E4}"/>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953294" y="3060228"/>
            <a:ext cx="1911055" cy="3155463"/>
          </a:xfrm>
          <a:prstGeom prst="rect">
            <a:avLst/>
          </a:prstGeom>
        </p:spPr>
      </p:pic>
    </p:spTree>
    <p:extLst>
      <p:ext uri="{BB962C8B-B14F-4D97-AF65-F5344CB8AC3E}">
        <p14:creationId xmlns:p14="http://schemas.microsoft.com/office/powerpoint/2010/main" val="38815055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Green background with title, TD building illustration">
    <p:bg>
      <p:bgPr>
        <a:solidFill>
          <a:srgbClr val="008A00"/>
        </a:solidFill>
        <a:effectLst/>
      </p:bgPr>
    </p:bg>
    <p:spTree>
      <p:nvGrpSpPr>
        <p:cNvPr id="1" name=""/>
        <p:cNvGrpSpPr/>
        <p:nvPr/>
      </p:nvGrpSpPr>
      <p:grpSpPr>
        <a:xfrm>
          <a:off x="0" y="0"/>
          <a:ext cx="0" cy="0"/>
          <a:chOff x="0" y="0"/>
          <a:chExt cx="0" cy="0"/>
        </a:xfrm>
      </p:grpSpPr>
      <p:sp>
        <p:nvSpPr>
          <p:cNvPr id="14" name="Section slide title">
            <a:extLst>
              <a:ext uri="{FF2B5EF4-FFF2-40B4-BE49-F238E27FC236}">
                <a16:creationId xmlns:a16="http://schemas.microsoft.com/office/drawing/2014/main" id="{C3476D24-C082-79AE-895B-964E50450E07}"/>
              </a:ext>
            </a:extLst>
          </p:cNvPr>
          <p:cNvSpPr>
            <a:spLocks noGrp="1"/>
          </p:cNvSpPr>
          <p:nvPr>
            <p:ph type="body" sz="quarter" idx="11" hasCustomPrompt="1"/>
          </p:nvPr>
        </p:nvSpPr>
        <p:spPr>
          <a:xfrm>
            <a:off x="148675" y="1002156"/>
            <a:ext cx="2148164" cy="186859"/>
          </a:xfrm>
        </p:spPr>
        <p:txBody>
          <a:bodyPr lIns="0" tIns="0" rIns="0" bIns="0">
            <a:noAutofit/>
          </a:bodyPr>
          <a:lstStyle>
            <a:lvl1pPr marL="0" indent="0" algn="r">
              <a:buNone/>
              <a:defRPr sz="1600" b="0" i="0">
                <a:solidFill>
                  <a:srgbClr val="1C1C1C"/>
                </a:solidFill>
                <a:latin typeface="TD Graphik Regular" panose="020B0503030202060203" pitchFamily="34" charset="77"/>
              </a:defRPr>
            </a:lvl1pPr>
            <a:lvl2pPr>
              <a:defRPr sz="1600" b="0" i="0">
                <a:solidFill>
                  <a:srgbClr val="1C1C1C"/>
                </a:solidFill>
                <a:latin typeface="TD Graphik Regular" panose="020B0503030202060203" pitchFamily="34" charset="77"/>
              </a:defRPr>
            </a:lvl2pPr>
            <a:lvl3pPr>
              <a:defRPr sz="1600" b="0" i="0">
                <a:solidFill>
                  <a:srgbClr val="1C1C1C"/>
                </a:solidFill>
                <a:latin typeface="TD Graphik Regular" panose="020B0503030202060203" pitchFamily="34" charset="77"/>
              </a:defRPr>
            </a:lvl3pPr>
            <a:lvl4pPr>
              <a:defRPr sz="1600" b="0" i="0">
                <a:solidFill>
                  <a:srgbClr val="1C1C1C"/>
                </a:solidFill>
                <a:latin typeface="TD Graphik Regular" panose="020B0503030202060203" pitchFamily="34" charset="77"/>
              </a:defRPr>
            </a:lvl4pPr>
            <a:lvl5pPr>
              <a:defRPr sz="1600" b="0" i="0">
                <a:solidFill>
                  <a:srgbClr val="1C1C1C"/>
                </a:solidFill>
                <a:latin typeface="TD Graphik Regular" panose="020B0503030202060203" pitchFamily="34" charset="77"/>
              </a:defRPr>
            </a:lvl5pPr>
          </a:lstStyle>
          <a:p>
            <a:pPr algn="r"/>
            <a:r>
              <a:rPr lang="en-CA" sz="1600" b="0" i="0">
                <a:solidFill>
                  <a:schemeClr val="bg1"/>
                </a:solidFill>
                <a:latin typeface="TD Graphik Regular" panose="020B0503030202060203" pitchFamily="34" charset="77"/>
              </a:rPr>
              <a:t>Section</a:t>
            </a:r>
            <a:r>
              <a:rPr lang="en-CA" sz="1600" b="1" i="0">
                <a:solidFill>
                  <a:schemeClr val="bg1"/>
                </a:solidFill>
                <a:latin typeface="TD Graphik Semibold" panose="020B0503030202060203" pitchFamily="34" charset="77"/>
              </a:rPr>
              <a:t> 01</a:t>
            </a:r>
            <a:endParaRPr lang="en-US" sz="1600" b="0" i="0">
              <a:solidFill>
                <a:schemeClr val="bg1"/>
              </a:solidFill>
              <a:latin typeface="TD Graphik Semilight" panose="020B0503030202060203" pitchFamily="34" charset="77"/>
            </a:endParaRPr>
          </a:p>
        </p:txBody>
      </p:sp>
      <p:sp>
        <p:nvSpPr>
          <p:cNvPr id="8" name="Section title">
            <a:extLst>
              <a:ext uri="{FF2B5EF4-FFF2-40B4-BE49-F238E27FC236}">
                <a16:creationId xmlns:a16="http://schemas.microsoft.com/office/drawing/2014/main" id="{85503177-6920-46E5-10F6-7258CB70EB93}"/>
              </a:ext>
            </a:extLst>
          </p:cNvPr>
          <p:cNvSpPr>
            <a:spLocks noGrp="1"/>
          </p:cNvSpPr>
          <p:nvPr>
            <p:ph type="ctrTitle" hasCustomPrompt="1"/>
          </p:nvPr>
        </p:nvSpPr>
        <p:spPr>
          <a:xfrm>
            <a:off x="1364761" y="3065857"/>
            <a:ext cx="5638788" cy="959848"/>
          </a:xfrm>
          <a:noFill/>
        </p:spPr>
        <p:txBody>
          <a:bodyPr lIns="0" tIns="0" rIns="0" bIns="0" anchor="t" anchorCtr="0">
            <a:normAutofit/>
          </a:bodyPr>
          <a:lstStyle>
            <a:lvl1pPr algn="l">
              <a:defRPr sz="3200" b="1" i="0">
                <a:solidFill>
                  <a:schemeClr val="bg1"/>
                </a:solidFill>
                <a:latin typeface="TD Graphik Medium" panose="020B0503030202060203" pitchFamily="34" charset="77"/>
              </a:defRPr>
            </a:lvl1pPr>
          </a:lstStyle>
          <a:p>
            <a:r>
              <a:rPr lang="en-US"/>
              <a:t>Insert section title here.</a:t>
            </a:r>
          </a:p>
        </p:txBody>
      </p:sp>
      <p:sp>
        <p:nvSpPr>
          <p:cNvPr id="17" name="Footer">
            <a:extLst>
              <a:ext uri="{FF2B5EF4-FFF2-40B4-BE49-F238E27FC236}">
                <a16:creationId xmlns:a16="http://schemas.microsoft.com/office/drawing/2014/main" id="{6010D826-DBC5-3D86-7AAD-DA5472CADF9C}"/>
              </a:ext>
            </a:extLst>
          </p:cNvPr>
          <p:cNvSpPr>
            <a:spLocks noGrp="1"/>
          </p:cNvSpPr>
          <p:nvPr>
            <p:ph type="ftr" sz="quarter" idx="3"/>
          </p:nvPr>
        </p:nvSpPr>
        <p:spPr>
          <a:xfrm>
            <a:off x="33062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sp>
        <p:nvSpPr>
          <p:cNvPr id="16" name="Page Number">
            <a:extLst>
              <a:ext uri="{FF2B5EF4-FFF2-40B4-BE49-F238E27FC236}">
                <a16:creationId xmlns:a16="http://schemas.microsoft.com/office/drawing/2014/main" id="{F067F719-98A5-3FAB-745F-3C48B6A9D1AD}"/>
              </a:ext>
            </a:extLst>
          </p:cNvPr>
          <p:cNvSpPr/>
          <p:nvPr userDrawn="1"/>
        </p:nvSpPr>
        <p:spPr>
          <a:xfrm>
            <a:off x="10982552" y="6453188"/>
            <a:ext cx="874486" cy="251377"/>
          </a:xfrm>
          <a:prstGeom prst="rect">
            <a:avLst/>
          </a:prstGeom>
          <a:noFill/>
          <a:ln/>
          <a:effectLst/>
        </p:spPr>
        <p:txBody>
          <a:bodyPr wrap="square" lIns="0" tIns="36000" rIns="0" bIns="0" rtlCol="0" anchor="t"/>
          <a:lstStyle/>
          <a:p>
            <a:pPr algn="r">
              <a:lnSpc>
                <a:spcPts val="1200"/>
              </a:lnSpc>
            </a:pPr>
            <a:fld id="{813E1539-BDFC-1842-B3FB-E5DB7506B1D6}" type="slidenum">
              <a:rPr lang="en-US" sz="1600" b="0" i="0" smtClean="0">
                <a:solidFill>
                  <a:schemeClr val="bg1"/>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chemeClr val="bg1"/>
              </a:solidFill>
            </a:endParaRPr>
          </a:p>
        </p:txBody>
      </p:sp>
      <p:cxnSp>
        <p:nvCxnSpPr>
          <p:cNvPr id="13" name="Keyline">
            <a:extLst>
              <a:ext uri="{FF2B5EF4-FFF2-40B4-BE49-F238E27FC236}">
                <a16:creationId xmlns:a16="http://schemas.microsoft.com/office/drawing/2014/main" id="{3EC8039F-F98C-93FA-AB7C-73FB41B03C9D}"/>
              </a:ext>
            </a:extLst>
          </p:cNvPr>
          <p:cNvCxnSpPr>
            <a:cxnSpLocks/>
          </p:cNvCxnSpPr>
          <p:nvPr userDrawn="1"/>
        </p:nvCxnSpPr>
        <p:spPr>
          <a:xfrm>
            <a:off x="0" y="810620"/>
            <a:ext cx="2296839"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Image">
            <a:extLst>
              <a:ext uri="{FF2B5EF4-FFF2-40B4-BE49-F238E27FC236}">
                <a16:creationId xmlns:a16="http://schemas.microsoft.com/office/drawing/2014/main" id="{35D4DDAD-110F-D98B-256B-6078E9FFCE7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24129" y="1998694"/>
            <a:ext cx="14473601" cy="5080704"/>
          </a:xfrm>
          <a:prstGeom prst="rect">
            <a:avLst/>
          </a:prstGeom>
        </p:spPr>
      </p:pic>
    </p:spTree>
    <p:extLst>
      <p:ext uri="{BB962C8B-B14F-4D97-AF65-F5344CB8AC3E}">
        <p14:creationId xmlns:p14="http://schemas.microsoft.com/office/powerpoint/2010/main" val="35771596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reen background with title, vehicle and road illustration">
    <p:bg>
      <p:bgPr>
        <a:solidFill>
          <a:schemeClr val="accent1"/>
        </a:solidFill>
        <a:effectLst/>
      </p:bgPr>
    </p:bg>
    <p:spTree>
      <p:nvGrpSpPr>
        <p:cNvPr id="1" name=""/>
        <p:cNvGrpSpPr/>
        <p:nvPr/>
      </p:nvGrpSpPr>
      <p:grpSpPr>
        <a:xfrm>
          <a:off x="0" y="0"/>
          <a:ext cx="0" cy="0"/>
          <a:chOff x="0" y="0"/>
          <a:chExt cx="0" cy="0"/>
        </a:xfrm>
      </p:grpSpPr>
      <p:sp>
        <p:nvSpPr>
          <p:cNvPr id="14" name="Section slide title">
            <a:extLst>
              <a:ext uri="{FF2B5EF4-FFF2-40B4-BE49-F238E27FC236}">
                <a16:creationId xmlns:a16="http://schemas.microsoft.com/office/drawing/2014/main" id="{20AB0787-98D5-2E99-F06B-D861A3230562}"/>
              </a:ext>
            </a:extLst>
          </p:cNvPr>
          <p:cNvSpPr>
            <a:spLocks noGrp="1"/>
          </p:cNvSpPr>
          <p:nvPr>
            <p:ph type="body" sz="quarter" idx="12" hasCustomPrompt="1"/>
          </p:nvPr>
        </p:nvSpPr>
        <p:spPr>
          <a:xfrm>
            <a:off x="1083989" y="996154"/>
            <a:ext cx="1212850" cy="232526"/>
          </a:xfrm>
        </p:spPr>
        <p:txBody>
          <a:bodyPr lIns="0" tIns="0" rIns="0" bIns="0">
            <a:noAutofit/>
          </a:bodyPr>
          <a:lstStyle>
            <a:lvl1pPr marL="0" indent="0" algn="r">
              <a:buNone/>
              <a:defRPr sz="1600" b="0" i="0">
                <a:solidFill>
                  <a:schemeClr val="bg1"/>
                </a:solidFill>
                <a:latin typeface="TD Graphik Semilight" panose="020B0503030202060203" pitchFamily="34" charset="77"/>
              </a:defRPr>
            </a:lvl1pPr>
            <a:lvl2pPr marL="457200" indent="0" algn="r">
              <a:buNone/>
              <a:defRPr sz="1600" b="0" i="0">
                <a:latin typeface="TD Graphik Semilight" panose="020B0503030202060203" pitchFamily="34" charset="77"/>
              </a:defRPr>
            </a:lvl2pPr>
            <a:lvl3pPr marL="914400" indent="0" algn="r">
              <a:buNone/>
              <a:defRPr sz="1600" b="0" i="0">
                <a:latin typeface="TD Graphik Semilight" panose="020B0503030202060203" pitchFamily="34" charset="77"/>
              </a:defRPr>
            </a:lvl3pPr>
            <a:lvl4pPr marL="1371600" indent="0" algn="r">
              <a:buNone/>
              <a:defRPr sz="1600" b="0" i="0">
                <a:latin typeface="TD Graphik Semilight" panose="020B0503030202060203" pitchFamily="34" charset="77"/>
              </a:defRPr>
            </a:lvl4pPr>
            <a:lvl5pPr marL="1828800" indent="0" algn="r">
              <a:buNone/>
              <a:defRPr sz="1600" b="0" i="0">
                <a:latin typeface="TD Graphik Semilight" panose="020B0503030202060203" pitchFamily="34" charset="77"/>
              </a:defRPr>
            </a:lvl5pPr>
          </a:lstStyle>
          <a:p>
            <a:pPr lvl="0"/>
            <a:r>
              <a:rPr lang="en-US"/>
              <a:t>Section 01</a:t>
            </a:r>
          </a:p>
        </p:txBody>
      </p:sp>
      <p:sp>
        <p:nvSpPr>
          <p:cNvPr id="9" name="Section title">
            <a:extLst>
              <a:ext uri="{FF2B5EF4-FFF2-40B4-BE49-F238E27FC236}">
                <a16:creationId xmlns:a16="http://schemas.microsoft.com/office/drawing/2014/main" id="{88685E1F-ADFF-85DF-8DC1-EB2C8E227DB2}"/>
              </a:ext>
            </a:extLst>
          </p:cNvPr>
          <p:cNvSpPr>
            <a:spLocks noGrp="1"/>
          </p:cNvSpPr>
          <p:nvPr>
            <p:ph type="ctrTitle" hasCustomPrompt="1"/>
          </p:nvPr>
        </p:nvSpPr>
        <p:spPr>
          <a:xfrm>
            <a:off x="1364761" y="3065857"/>
            <a:ext cx="5638788" cy="959848"/>
          </a:xfrm>
          <a:noFill/>
        </p:spPr>
        <p:txBody>
          <a:bodyPr lIns="0" tIns="0" rIns="0" bIns="0" anchor="t" anchorCtr="0">
            <a:normAutofit/>
          </a:bodyPr>
          <a:lstStyle>
            <a:lvl1pPr algn="l">
              <a:defRPr sz="3200" b="1" i="0">
                <a:solidFill>
                  <a:schemeClr val="bg1"/>
                </a:solidFill>
                <a:latin typeface="TD Graphik Medium" panose="020B0503030202060203" pitchFamily="34" charset="77"/>
              </a:defRPr>
            </a:lvl1pPr>
          </a:lstStyle>
          <a:p>
            <a:r>
              <a:rPr lang="en-US"/>
              <a:t>Insert section title here.</a:t>
            </a:r>
          </a:p>
        </p:txBody>
      </p:sp>
      <p:sp>
        <p:nvSpPr>
          <p:cNvPr id="15" name="Footer">
            <a:extLst>
              <a:ext uri="{FF2B5EF4-FFF2-40B4-BE49-F238E27FC236}">
                <a16:creationId xmlns:a16="http://schemas.microsoft.com/office/drawing/2014/main" id="{78A24170-B331-D44F-977D-979BFC5B7145}"/>
              </a:ext>
            </a:extLst>
          </p:cNvPr>
          <p:cNvSpPr>
            <a:spLocks noGrp="1"/>
          </p:cNvSpPr>
          <p:nvPr>
            <p:ph type="ftr" sz="quarter" idx="3"/>
          </p:nvPr>
        </p:nvSpPr>
        <p:spPr>
          <a:xfrm>
            <a:off x="33062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sp>
        <p:nvSpPr>
          <p:cNvPr id="13" name="Page Number">
            <a:extLst>
              <a:ext uri="{FF2B5EF4-FFF2-40B4-BE49-F238E27FC236}">
                <a16:creationId xmlns:a16="http://schemas.microsoft.com/office/drawing/2014/main" id="{8067A8B4-7BFB-8AF9-2B9F-BD8C42F80AB4}"/>
              </a:ext>
            </a:extLst>
          </p:cNvPr>
          <p:cNvSpPr/>
          <p:nvPr userDrawn="1"/>
        </p:nvSpPr>
        <p:spPr>
          <a:xfrm>
            <a:off x="10982552" y="6453188"/>
            <a:ext cx="874486" cy="251377"/>
          </a:xfrm>
          <a:prstGeom prst="rect">
            <a:avLst/>
          </a:prstGeom>
          <a:noFill/>
          <a:ln/>
          <a:effectLst/>
        </p:spPr>
        <p:txBody>
          <a:bodyPr wrap="square" lIns="0" tIns="36000" rIns="0" bIns="0" rtlCol="0" anchor="t"/>
          <a:lstStyle/>
          <a:p>
            <a:pPr algn="r">
              <a:lnSpc>
                <a:spcPts val="1200"/>
              </a:lnSpc>
            </a:pPr>
            <a:fld id="{813E1539-BDFC-1842-B3FB-E5DB7506B1D6}" type="slidenum">
              <a:rPr lang="en-US" sz="1600" b="0" i="0" smtClean="0">
                <a:solidFill>
                  <a:schemeClr val="bg1"/>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chemeClr val="bg1"/>
              </a:solidFill>
            </a:endParaRPr>
          </a:p>
        </p:txBody>
      </p:sp>
      <p:cxnSp>
        <p:nvCxnSpPr>
          <p:cNvPr id="7" name="Keyline">
            <a:extLst>
              <a:ext uri="{FF2B5EF4-FFF2-40B4-BE49-F238E27FC236}">
                <a16:creationId xmlns:a16="http://schemas.microsoft.com/office/drawing/2014/main" id="{C4CD4CFE-01E4-0FF9-B13F-9CF8F305FC59}"/>
              </a:ext>
            </a:extLst>
          </p:cNvPr>
          <p:cNvCxnSpPr>
            <a:cxnSpLocks/>
          </p:cNvCxnSpPr>
          <p:nvPr userDrawn="1"/>
        </p:nvCxnSpPr>
        <p:spPr>
          <a:xfrm>
            <a:off x="0" y="810620"/>
            <a:ext cx="2296839"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Image">
            <a:extLst>
              <a:ext uri="{FF2B5EF4-FFF2-40B4-BE49-F238E27FC236}">
                <a16:creationId xmlns:a16="http://schemas.microsoft.com/office/drawing/2014/main" id="{411E0116-9AAC-3DA1-BDC8-4AD2F488CCD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769772" y="0"/>
            <a:ext cx="4601843" cy="6858000"/>
          </a:xfrm>
          <a:prstGeom prst="rect">
            <a:avLst/>
          </a:prstGeom>
        </p:spPr>
      </p:pic>
    </p:spTree>
    <p:extLst>
      <p:ext uri="{BB962C8B-B14F-4D97-AF65-F5344CB8AC3E}">
        <p14:creationId xmlns:p14="http://schemas.microsoft.com/office/powerpoint/2010/main" val="41935587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Grey tint background with title, female with binocular illustration ">
    <p:bg>
      <p:bgPr>
        <a:solidFill>
          <a:schemeClr val="bg2"/>
        </a:solidFill>
        <a:effectLst/>
      </p:bgPr>
    </p:bg>
    <p:spTree>
      <p:nvGrpSpPr>
        <p:cNvPr id="1" name=""/>
        <p:cNvGrpSpPr/>
        <p:nvPr/>
      </p:nvGrpSpPr>
      <p:grpSpPr>
        <a:xfrm>
          <a:off x="0" y="0"/>
          <a:ext cx="0" cy="0"/>
          <a:chOff x="0" y="0"/>
          <a:chExt cx="0" cy="0"/>
        </a:xfrm>
      </p:grpSpPr>
      <p:sp>
        <p:nvSpPr>
          <p:cNvPr id="14" name="Section slide title">
            <a:extLst>
              <a:ext uri="{FF2B5EF4-FFF2-40B4-BE49-F238E27FC236}">
                <a16:creationId xmlns:a16="http://schemas.microsoft.com/office/drawing/2014/main" id="{20AB0787-98D5-2E99-F06B-D861A3230562}"/>
              </a:ext>
            </a:extLst>
          </p:cNvPr>
          <p:cNvSpPr>
            <a:spLocks noGrp="1"/>
          </p:cNvSpPr>
          <p:nvPr>
            <p:ph type="body" sz="quarter" idx="12" hasCustomPrompt="1"/>
          </p:nvPr>
        </p:nvSpPr>
        <p:spPr>
          <a:xfrm>
            <a:off x="1083989" y="996154"/>
            <a:ext cx="1212850" cy="232526"/>
          </a:xfrm>
        </p:spPr>
        <p:txBody>
          <a:bodyPr lIns="0" tIns="0" rIns="0" bIns="0">
            <a:noAutofit/>
          </a:bodyPr>
          <a:lstStyle>
            <a:lvl1pPr marL="0" indent="0" algn="r">
              <a:buNone/>
              <a:defRPr sz="1600" b="0" i="0">
                <a:latin typeface="TD Graphik Semilight" panose="020B0503030202060203" pitchFamily="34" charset="77"/>
              </a:defRPr>
            </a:lvl1pPr>
            <a:lvl2pPr marL="457200" indent="0" algn="r">
              <a:buNone/>
              <a:defRPr sz="1600" b="0" i="0">
                <a:latin typeface="TD Graphik Semilight" panose="020B0503030202060203" pitchFamily="34" charset="77"/>
              </a:defRPr>
            </a:lvl2pPr>
            <a:lvl3pPr marL="914400" indent="0" algn="r">
              <a:buNone/>
              <a:defRPr sz="1600" b="0" i="0">
                <a:latin typeface="TD Graphik Semilight" panose="020B0503030202060203" pitchFamily="34" charset="77"/>
              </a:defRPr>
            </a:lvl3pPr>
            <a:lvl4pPr marL="1371600" indent="0" algn="r">
              <a:buNone/>
              <a:defRPr sz="1600" b="0" i="0">
                <a:latin typeface="TD Graphik Semilight" panose="020B0503030202060203" pitchFamily="34" charset="77"/>
              </a:defRPr>
            </a:lvl4pPr>
            <a:lvl5pPr marL="1828800" indent="0" algn="r">
              <a:buNone/>
              <a:defRPr sz="1600" b="0" i="0">
                <a:latin typeface="TD Graphik Semilight" panose="020B0503030202060203" pitchFamily="34" charset="77"/>
              </a:defRPr>
            </a:lvl5pPr>
          </a:lstStyle>
          <a:p>
            <a:pPr lvl="0"/>
            <a:r>
              <a:rPr lang="en-US"/>
              <a:t>Section 01</a:t>
            </a:r>
          </a:p>
        </p:txBody>
      </p:sp>
      <p:sp>
        <p:nvSpPr>
          <p:cNvPr id="9" name="Section title">
            <a:extLst>
              <a:ext uri="{FF2B5EF4-FFF2-40B4-BE49-F238E27FC236}">
                <a16:creationId xmlns:a16="http://schemas.microsoft.com/office/drawing/2014/main" id="{9D8E948B-43BA-2C44-F915-FBC72599B8B6}"/>
              </a:ext>
            </a:extLst>
          </p:cNvPr>
          <p:cNvSpPr>
            <a:spLocks noGrp="1"/>
          </p:cNvSpPr>
          <p:nvPr>
            <p:ph type="ctrTitle" hasCustomPrompt="1"/>
          </p:nvPr>
        </p:nvSpPr>
        <p:spPr>
          <a:xfrm>
            <a:off x="1364761" y="3065857"/>
            <a:ext cx="5638788" cy="959848"/>
          </a:xfrm>
          <a:noFill/>
        </p:spPr>
        <p:txBody>
          <a:bodyPr lIns="0" tIns="0" rIns="0" bIns="0" anchor="t" anchorCtr="0">
            <a:normAutofit/>
          </a:bodyPr>
          <a:lstStyle>
            <a:lvl1pPr algn="l">
              <a:defRPr sz="3200" b="1" i="0">
                <a:solidFill>
                  <a:srgbClr val="1C1C1C"/>
                </a:solidFill>
                <a:latin typeface="TD Graphik Medium" panose="020B0503030202060203" pitchFamily="34" charset="77"/>
              </a:defRPr>
            </a:lvl1pPr>
          </a:lstStyle>
          <a:p>
            <a:r>
              <a:rPr lang="en-US"/>
              <a:t>Insert section title here.</a:t>
            </a:r>
          </a:p>
        </p:txBody>
      </p:sp>
      <p:sp>
        <p:nvSpPr>
          <p:cNvPr id="15" name="Footer">
            <a:extLst>
              <a:ext uri="{FF2B5EF4-FFF2-40B4-BE49-F238E27FC236}">
                <a16:creationId xmlns:a16="http://schemas.microsoft.com/office/drawing/2014/main" id="{826F26B0-ABD3-B595-8B4D-94FD6DFC3346}"/>
              </a:ext>
            </a:extLst>
          </p:cNvPr>
          <p:cNvSpPr>
            <a:spLocks noGrp="1"/>
          </p:cNvSpPr>
          <p:nvPr>
            <p:ph type="ftr" sz="quarter" idx="3"/>
          </p:nvPr>
        </p:nvSpPr>
        <p:spPr>
          <a:xfrm>
            <a:off x="330623" y="6473448"/>
            <a:ext cx="2483235" cy="184666"/>
          </a:xfrm>
        </p:spPr>
        <p:txBody>
          <a:bodyPr lIns="0" tIns="0" rIns="0" bIns="0"/>
          <a:lstStyle>
            <a:lvl1pPr algn="l">
              <a:defRPr sz="1600" b="0" i="0">
                <a:solidFill>
                  <a:srgbClr val="1C1C1C"/>
                </a:solidFill>
                <a:latin typeface="TD Graphik Semilight" panose="020B0503030202060203" pitchFamily="34" charset="77"/>
              </a:defRPr>
            </a:lvl1pPr>
          </a:lstStyle>
          <a:p>
            <a:endParaRPr lang="en-US"/>
          </a:p>
        </p:txBody>
      </p:sp>
      <p:sp>
        <p:nvSpPr>
          <p:cNvPr id="13" name="Page Number">
            <a:extLst>
              <a:ext uri="{FF2B5EF4-FFF2-40B4-BE49-F238E27FC236}">
                <a16:creationId xmlns:a16="http://schemas.microsoft.com/office/drawing/2014/main" id="{BBC2A82B-FCEF-5770-18DF-21295E06419E}"/>
              </a:ext>
            </a:extLst>
          </p:cNvPr>
          <p:cNvSpPr/>
          <p:nvPr userDrawn="1"/>
        </p:nvSpPr>
        <p:spPr>
          <a:xfrm>
            <a:off x="10982552" y="6453188"/>
            <a:ext cx="874486" cy="251377"/>
          </a:xfrm>
          <a:prstGeom prst="rect">
            <a:avLst/>
          </a:prstGeom>
          <a:noFill/>
          <a:ln/>
          <a:effectLst/>
        </p:spPr>
        <p:txBody>
          <a:bodyPr wrap="square" lIns="0" tIns="36000" rIns="0" bIns="0" rtlCol="0" anchor="t"/>
          <a:lstStyle/>
          <a:p>
            <a:pPr algn="r">
              <a:lnSpc>
                <a:spcPts val="1200"/>
              </a:lnSpc>
            </a:pPr>
            <a:fld id="{813E1539-BDFC-1842-B3FB-E5DB7506B1D6}" type="slidenum">
              <a:rPr lang="en-US" sz="1600" b="0" i="0" smtClean="0">
                <a:solidFill>
                  <a:srgbClr val="1C1C1C"/>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rgbClr val="1C1C1C"/>
              </a:solidFill>
            </a:endParaRPr>
          </a:p>
        </p:txBody>
      </p:sp>
      <p:cxnSp>
        <p:nvCxnSpPr>
          <p:cNvPr id="7" name="Keyline">
            <a:extLst>
              <a:ext uri="{FF2B5EF4-FFF2-40B4-BE49-F238E27FC236}">
                <a16:creationId xmlns:a16="http://schemas.microsoft.com/office/drawing/2014/main" id="{C4CD4CFE-01E4-0FF9-B13F-9CF8F305FC59}"/>
              </a:ext>
            </a:extLst>
          </p:cNvPr>
          <p:cNvCxnSpPr>
            <a:cxnSpLocks/>
          </p:cNvCxnSpPr>
          <p:nvPr userDrawn="1"/>
        </p:nvCxnSpPr>
        <p:spPr>
          <a:xfrm>
            <a:off x="0" y="810620"/>
            <a:ext cx="2296839" cy="0"/>
          </a:xfrm>
          <a:prstGeom prst="line">
            <a:avLst/>
          </a:prstGeom>
          <a:ln w="9525">
            <a:solidFill>
              <a:srgbClr val="1C1C1C"/>
            </a:solidFill>
          </a:ln>
        </p:spPr>
        <p:style>
          <a:lnRef idx="1">
            <a:schemeClr val="accent1"/>
          </a:lnRef>
          <a:fillRef idx="0">
            <a:schemeClr val="accent1"/>
          </a:fillRef>
          <a:effectRef idx="0">
            <a:schemeClr val="accent1"/>
          </a:effectRef>
          <a:fontRef idx="minor">
            <a:schemeClr val="tx1"/>
          </a:fontRef>
        </p:style>
      </p:cxnSp>
      <p:pic>
        <p:nvPicPr>
          <p:cNvPr id="6" name="Image">
            <a:extLst>
              <a:ext uri="{FF2B5EF4-FFF2-40B4-BE49-F238E27FC236}">
                <a16:creationId xmlns:a16="http://schemas.microsoft.com/office/drawing/2014/main" id="{33B1C51B-5EF6-7025-8DCC-E0695731ACB7}"/>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020168" y="810620"/>
            <a:ext cx="8286591" cy="6737359"/>
          </a:xfrm>
          <a:prstGeom prst="rect">
            <a:avLst/>
          </a:prstGeom>
        </p:spPr>
      </p:pic>
    </p:spTree>
    <p:extLst>
      <p:ext uri="{BB962C8B-B14F-4D97-AF65-F5344CB8AC3E}">
        <p14:creationId xmlns:p14="http://schemas.microsoft.com/office/powerpoint/2010/main" val="10455134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emale dancing background with title, TD square">
    <p:bg>
      <p:bgPr>
        <a:solidFill>
          <a:schemeClr val="bg1"/>
        </a:solidFill>
        <a:effectLst/>
      </p:bgPr>
    </p:bg>
    <p:spTree>
      <p:nvGrpSpPr>
        <p:cNvPr id="1" name=""/>
        <p:cNvGrpSpPr/>
        <p:nvPr/>
      </p:nvGrpSpPr>
      <p:grpSpPr>
        <a:xfrm>
          <a:off x="0" y="0"/>
          <a:ext cx="0" cy="0"/>
          <a:chOff x="0" y="0"/>
          <a:chExt cx="0" cy="0"/>
        </a:xfrm>
      </p:grpSpPr>
      <p:pic>
        <p:nvPicPr>
          <p:cNvPr id="5" name="Photograph">
            <a:extLst>
              <a:ext uri="{FF2B5EF4-FFF2-40B4-BE49-F238E27FC236}">
                <a16:creationId xmlns:a16="http://schemas.microsoft.com/office/drawing/2014/main" id="{97EE5E11-97AD-87AC-70A1-559CFB5DE7F2}"/>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 y="1158"/>
            <a:ext cx="12191998" cy="6855682"/>
          </a:xfrm>
          <a:prstGeom prst="rect">
            <a:avLst/>
          </a:prstGeom>
        </p:spPr>
      </p:pic>
      <p:sp>
        <p:nvSpPr>
          <p:cNvPr id="11" name="Section slide title">
            <a:extLst>
              <a:ext uri="{FF2B5EF4-FFF2-40B4-BE49-F238E27FC236}">
                <a16:creationId xmlns:a16="http://schemas.microsoft.com/office/drawing/2014/main" id="{67D8D58F-62E7-71AC-9C04-45AE4BF05712}"/>
              </a:ext>
            </a:extLst>
          </p:cNvPr>
          <p:cNvSpPr>
            <a:spLocks noGrp="1"/>
          </p:cNvSpPr>
          <p:nvPr>
            <p:ph type="body" sz="quarter" idx="11" hasCustomPrompt="1"/>
          </p:nvPr>
        </p:nvSpPr>
        <p:spPr>
          <a:xfrm>
            <a:off x="148675" y="1002156"/>
            <a:ext cx="2148164" cy="186859"/>
          </a:xfrm>
        </p:spPr>
        <p:txBody>
          <a:bodyPr lIns="0" tIns="0" rIns="0" bIns="0">
            <a:noAutofit/>
          </a:bodyPr>
          <a:lstStyle>
            <a:lvl1pPr marL="0" indent="0" algn="r">
              <a:buNone/>
              <a:defRPr sz="1600" b="0" i="0">
                <a:solidFill>
                  <a:srgbClr val="1C1C1C"/>
                </a:solidFill>
                <a:highlight>
                  <a:srgbClr val="1B5235"/>
                </a:highlight>
                <a:latin typeface="TD Graphik Regular" panose="020B0503030202060203" pitchFamily="34" charset="77"/>
              </a:defRPr>
            </a:lvl1pPr>
            <a:lvl2pPr>
              <a:defRPr sz="1600" b="0" i="0">
                <a:solidFill>
                  <a:srgbClr val="1C1C1C"/>
                </a:solidFill>
                <a:latin typeface="TD Graphik Regular" panose="020B0503030202060203" pitchFamily="34" charset="77"/>
              </a:defRPr>
            </a:lvl2pPr>
            <a:lvl3pPr>
              <a:defRPr sz="1600" b="0" i="0">
                <a:solidFill>
                  <a:srgbClr val="1C1C1C"/>
                </a:solidFill>
                <a:latin typeface="TD Graphik Regular" panose="020B0503030202060203" pitchFamily="34" charset="77"/>
              </a:defRPr>
            </a:lvl3pPr>
            <a:lvl4pPr>
              <a:defRPr sz="1600" b="0" i="0">
                <a:solidFill>
                  <a:srgbClr val="1C1C1C"/>
                </a:solidFill>
                <a:latin typeface="TD Graphik Regular" panose="020B0503030202060203" pitchFamily="34" charset="77"/>
              </a:defRPr>
            </a:lvl4pPr>
            <a:lvl5pPr>
              <a:defRPr sz="1600" b="0" i="0">
                <a:solidFill>
                  <a:srgbClr val="1C1C1C"/>
                </a:solidFill>
                <a:latin typeface="TD Graphik Regular" panose="020B0503030202060203" pitchFamily="34" charset="77"/>
              </a:defRPr>
            </a:lvl5pPr>
          </a:lstStyle>
          <a:p>
            <a:pPr algn="r"/>
            <a:r>
              <a:rPr lang="en-CA" sz="1600" b="0" i="0">
                <a:solidFill>
                  <a:schemeClr val="bg1"/>
                </a:solidFill>
                <a:latin typeface="TD Graphik Regular" panose="020B0503030202060203" pitchFamily="34" charset="77"/>
              </a:rPr>
              <a:t>Section</a:t>
            </a:r>
            <a:r>
              <a:rPr lang="en-CA" sz="1600" b="1" i="0">
                <a:solidFill>
                  <a:schemeClr val="bg1"/>
                </a:solidFill>
                <a:latin typeface="TD Graphik Semibold" panose="020B0503030202060203" pitchFamily="34" charset="77"/>
              </a:rPr>
              <a:t> 01</a:t>
            </a:r>
            <a:endParaRPr lang="en-US" sz="1600" b="0" i="0">
              <a:solidFill>
                <a:schemeClr val="bg1"/>
              </a:solidFill>
              <a:latin typeface="TD Graphik Semilight" panose="020B0503030202060203" pitchFamily="34" charset="77"/>
            </a:endParaRPr>
          </a:p>
        </p:txBody>
      </p:sp>
      <p:sp>
        <p:nvSpPr>
          <p:cNvPr id="2" name="Section title">
            <a:extLst>
              <a:ext uri="{FF2B5EF4-FFF2-40B4-BE49-F238E27FC236}">
                <a16:creationId xmlns:a16="http://schemas.microsoft.com/office/drawing/2014/main" id="{B26C25E5-FCD2-814D-77FF-E4A12F4CA72D}"/>
              </a:ext>
            </a:extLst>
          </p:cNvPr>
          <p:cNvSpPr>
            <a:spLocks noGrp="1"/>
          </p:cNvSpPr>
          <p:nvPr>
            <p:ph type="body" sz="quarter" idx="10" hasCustomPrompt="1"/>
          </p:nvPr>
        </p:nvSpPr>
        <p:spPr>
          <a:xfrm>
            <a:off x="1018010" y="3680750"/>
            <a:ext cx="4005403" cy="2294610"/>
          </a:xfrm>
        </p:spPr>
        <p:txBody>
          <a:bodyPr lIns="0" tIns="0" rIns="0" bIns="0">
            <a:noAutofit/>
          </a:bodyPr>
          <a:lstStyle>
            <a:lvl1pPr marL="0" indent="0">
              <a:buNone/>
              <a:defRPr sz="5000" b="1" i="0">
                <a:solidFill>
                  <a:schemeClr val="bg1"/>
                </a:solidFill>
                <a:latin typeface="TD Graphik Medium" panose="020B0503030202060203" pitchFamily="34" charset="77"/>
              </a:defRPr>
            </a:lvl1pPr>
            <a:lvl2pPr>
              <a:defRPr sz="5000" b="1" i="0">
                <a:latin typeface="TD Graphik Medium" panose="020B0503030202060203" pitchFamily="34" charset="77"/>
              </a:defRPr>
            </a:lvl2pPr>
            <a:lvl3pPr>
              <a:defRPr sz="5000" b="1" i="0">
                <a:latin typeface="TD Graphik Medium" panose="020B0503030202060203" pitchFamily="34" charset="77"/>
              </a:defRPr>
            </a:lvl3pPr>
            <a:lvl4pPr>
              <a:defRPr sz="5000" b="1" i="0">
                <a:latin typeface="TD Graphik Medium" panose="020B0503030202060203" pitchFamily="34" charset="77"/>
              </a:defRPr>
            </a:lvl4pPr>
            <a:lvl5pPr>
              <a:defRPr sz="5000" b="1" i="0">
                <a:latin typeface="TD Graphik Medium"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CA" sz="5000" b="1" i="0" spc="0">
                <a:highlight>
                  <a:srgbClr val="1A5336"/>
                </a:highlight>
                <a:latin typeface="TD Graphik Medium" panose="020B0503030202060203" pitchFamily="34" charset="77"/>
              </a:rPr>
              <a:t>Insert your </a:t>
            </a:r>
            <a:br>
              <a:rPr lang="en-CA" sz="5000" b="1" i="0" spc="0">
                <a:highlight>
                  <a:srgbClr val="1A5336"/>
                </a:highlight>
                <a:latin typeface="TD Graphik Medium" panose="020B0503030202060203" pitchFamily="34" charset="77"/>
              </a:rPr>
            </a:br>
            <a:r>
              <a:rPr lang="en-CA" sz="5000" b="1" i="0" spc="0">
                <a:highlight>
                  <a:srgbClr val="1A5336"/>
                </a:highlight>
                <a:latin typeface="TD Graphik Medium" panose="020B0503030202060203" pitchFamily="34" charset="77"/>
              </a:rPr>
              <a:t>section header. </a:t>
            </a:r>
          </a:p>
          <a:p>
            <a:pPr lvl="0"/>
            <a:endParaRPr lang="en-US"/>
          </a:p>
        </p:txBody>
      </p:sp>
      <p:cxnSp>
        <p:nvCxnSpPr>
          <p:cNvPr id="12" name="Keyline">
            <a:extLst>
              <a:ext uri="{FF2B5EF4-FFF2-40B4-BE49-F238E27FC236}">
                <a16:creationId xmlns:a16="http://schemas.microsoft.com/office/drawing/2014/main" id="{B14B0134-CFFE-75DD-AB98-755CE10800CB}"/>
              </a:ext>
            </a:extLst>
          </p:cNvPr>
          <p:cNvCxnSpPr>
            <a:cxnSpLocks/>
          </p:cNvCxnSpPr>
          <p:nvPr userDrawn="1"/>
        </p:nvCxnSpPr>
        <p:spPr>
          <a:xfrm>
            <a:off x="0" y="810620"/>
            <a:ext cx="2296839"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Footer">
            <a:extLst>
              <a:ext uri="{FF2B5EF4-FFF2-40B4-BE49-F238E27FC236}">
                <a16:creationId xmlns:a16="http://schemas.microsoft.com/office/drawing/2014/main" id="{51000FAD-B570-4E69-48E0-EAD3CF104DED}"/>
              </a:ext>
            </a:extLst>
          </p:cNvPr>
          <p:cNvSpPr>
            <a:spLocks noGrp="1"/>
          </p:cNvSpPr>
          <p:nvPr>
            <p:ph type="ftr" sz="quarter" idx="3"/>
          </p:nvPr>
        </p:nvSpPr>
        <p:spPr>
          <a:xfrm>
            <a:off x="33062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sp>
        <p:nvSpPr>
          <p:cNvPr id="15" name="Page Number">
            <a:extLst>
              <a:ext uri="{FF2B5EF4-FFF2-40B4-BE49-F238E27FC236}">
                <a16:creationId xmlns:a16="http://schemas.microsoft.com/office/drawing/2014/main" id="{3D9BAF13-0D00-035A-B63C-8B51FD8972D9}"/>
              </a:ext>
            </a:extLst>
          </p:cNvPr>
          <p:cNvSpPr/>
          <p:nvPr userDrawn="1"/>
        </p:nvSpPr>
        <p:spPr>
          <a:xfrm>
            <a:off x="10982552" y="6453188"/>
            <a:ext cx="874486" cy="251377"/>
          </a:xfrm>
          <a:prstGeom prst="rect">
            <a:avLst/>
          </a:prstGeom>
          <a:noFill/>
          <a:ln/>
          <a:effectLst/>
        </p:spPr>
        <p:txBody>
          <a:bodyPr wrap="square" lIns="0" tIns="36000" rIns="0" bIns="0" rtlCol="0" anchor="t"/>
          <a:lstStyle/>
          <a:p>
            <a:pPr algn="r">
              <a:lnSpc>
                <a:spcPts val="1200"/>
              </a:lnSpc>
            </a:pPr>
            <a:fld id="{813E1539-BDFC-1842-B3FB-E5DB7506B1D6}" type="slidenum">
              <a:rPr lang="en-US" sz="1600" b="0" i="0" smtClean="0">
                <a:solidFill>
                  <a:schemeClr val="bg1"/>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chemeClr val="bg1"/>
              </a:solidFill>
            </a:endParaRPr>
          </a:p>
        </p:txBody>
      </p:sp>
    </p:spTree>
    <p:extLst>
      <p:ext uri="{BB962C8B-B14F-4D97-AF65-F5344CB8AC3E}">
        <p14:creationId xmlns:p14="http://schemas.microsoft.com/office/powerpoint/2010/main" val="22030524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One Column - Slide title with one text box">
    <p:bg>
      <p:bgPr>
        <a:solidFill>
          <a:srgbClr val="FFFFFF"/>
        </a:solidFill>
        <a:effectLst/>
      </p:bgPr>
    </p:bg>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829FD0BF-85FE-AA45-EAA0-B73AF9D5B042}"/>
              </a:ext>
            </a:extLst>
          </p:cNvPr>
          <p:cNvSpPr>
            <a:spLocks noGrp="1"/>
          </p:cNvSpPr>
          <p:nvPr>
            <p:ph type="ctrTitle" hasCustomPrompt="1"/>
          </p:nvPr>
        </p:nvSpPr>
        <p:spPr>
          <a:xfrm>
            <a:off x="792666" y="780257"/>
            <a:ext cx="6459107" cy="358041"/>
          </a:xfrm>
          <a:prstGeom prst="rect">
            <a:avLst/>
          </a:prstGeom>
        </p:spPr>
        <p:txBody>
          <a:bodyPr lIns="0" tIns="0" rIns="0" bIns="36000" anchor="t" anchorCtr="0">
            <a:noAutofit/>
          </a:bodyPr>
          <a:lstStyle>
            <a:lvl1pPr algn="l">
              <a:defRPr sz="2800" b="1" i="0">
                <a:solidFill>
                  <a:srgbClr val="008A00"/>
                </a:solidFill>
                <a:latin typeface="TD Graphik Semibold" panose="020B0503030202060203" pitchFamily="34" charset="77"/>
              </a:defRPr>
            </a:lvl1pPr>
          </a:lstStyle>
          <a:p>
            <a:r>
              <a:rPr lang="en-US"/>
              <a:t>Insert slide title here</a:t>
            </a:r>
          </a:p>
        </p:txBody>
      </p:sp>
      <p:sp>
        <p:nvSpPr>
          <p:cNvPr id="2" name="Body copy">
            <a:extLst>
              <a:ext uri="{FF2B5EF4-FFF2-40B4-BE49-F238E27FC236}">
                <a16:creationId xmlns:a16="http://schemas.microsoft.com/office/drawing/2014/main" id="{002707CC-2794-CB36-3D3A-B9CC575F27BE}"/>
              </a:ext>
            </a:extLst>
          </p:cNvPr>
          <p:cNvSpPr>
            <a:spLocks noGrp="1"/>
          </p:cNvSpPr>
          <p:nvPr>
            <p:ph sz="quarter" idx="10"/>
          </p:nvPr>
        </p:nvSpPr>
        <p:spPr>
          <a:xfrm>
            <a:off x="792666" y="1704023"/>
            <a:ext cx="10606668" cy="4373720"/>
          </a:xfrm>
          <a:prstGeom prst="rect">
            <a:avLst/>
          </a:prstGeom>
        </p:spPr>
        <p:txBody>
          <a:bodyPr>
            <a:normAutofit/>
          </a:bodyPr>
          <a:lstStyle>
            <a:lvl1pPr marL="228600" indent="-228600">
              <a:lnSpc>
                <a:spcPct val="100000"/>
              </a:lnSpc>
              <a:spcBef>
                <a:spcPts val="400"/>
              </a:spcBef>
              <a:spcAft>
                <a:spcPts val="400"/>
              </a:spcAft>
              <a:buClr>
                <a:srgbClr val="008A00"/>
              </a:buClr>
              <a:buFont typeface="Wingdings" pitchFamily="2" charset="2"/>
              <a:buChar char="§"/>
              <a:defRPr sz="2400" b="1" i="0" spc="0">
                <a:latin typeface="TD Graphik Medium" panose="020B0503030202060203" pitchFamily="34" charset="77"/>
              </a:defRPr>
            </a:lvl1pPr>
            <a:lvl2pPr>
              <a:lnSpc>
                <a:spcPct val="100000"/>
              </a:lnSpc>
              <a:spcBef>
                <a:spcPts val="400"/>
              </a:spcBef>
              <a:spcAft>
                <a:spcPts val="400"/>
              </a:spcAft>
              <a:buClr>
                <a:srgbClr val="008A00"/>
              </a:buClr>
              <a:defRPr sz="2000" b="0" i="0">
                <a:latin typeface="TD Graphik Semilight" panose="020B0503030202060203" pitchFamily="34" charset="77"/>
              </a:defRPr>
            </a:lvl2pPr>
            <a:lvl3pPr marL="1143000" indent="-228600">
              <a:lnSpc>
                <a:spcPct val="100000"/>
              </a:lnSpc>
              <a:spcBef>
                <a:spcPts val="600"/>
              </a:spcBef>
              <a:spcAft>
                <a:spcPts val="600"/>
              </a:spcAft>
              <a:buClr>
                <a:srgbClr val="008A00"/>
              </a:buClr>
              <a:buFont typeface="Apple Symbols" panose="02000000000000000000" pitchFamily="2" charset="-79"/>
              <a:buChar char="⎻"/>
              <a:defRPr sz="1800" b="0" i="0">
                <a:latin typeface="TD Graphik Semilight" panose="020B0503030202060203" pitchFamily="34" charset="77"/>
              </a:defRPr>
            </a:lvl3pPr>
            <a:lvl4pPr marL="1600200" indent="-228600">
              <a:lnSpc>
                <a:spcPct val="100000"/>
              </a:lnSpc>
              <a:spcBef>
                <a:spcPts val="400"/>
              </a:spcBef>
              <a:spcAft>
                <a:spcPts val="400"/>
              </a:spcAft>
              <a:buClr>
                <a:srgbClr val="008A00"/>
              </a:buClr>
              <a:buFont typeface="Courier New" panose="02070309020205020404" pitchFamily="49" charset="0"/>
              <a:buChar char="o"/>
              <a:defRPr sz="1600" b="0" i="0">
                <a:latin typeface="TD Graphik Semilight" panose="020B0503030202060203" pitchFamily="34" charset="77"/>
              </a:defRPr>
            </a:lvl4pPr>
            <a:lvl5pPr marL="2057400" indent="-228600">
              <a:lnSpc>
                <a:spcPct val="100000"/>
              </a:lnSpc>
              <a:spcBef>
                <a:spcPts val="400"/>
              </a:spcBef>
              <a:spcAft>
                <a:spcPts val="400"/>
              </a:spcAft>
              <a:buClr>
                <a:srgbClr val="008A00"/>
              </a:buClr>
              <a:buFont typeface="Arial" panose="020B0604020202020204" pitchFamily="34" charset="0"/>
              <a:buChar char="•"/>
              <a:defRPr sz="1600" b="0" i="0">
                <a:latin typeface="TD Graphik Semilight" panose="020B0503030202060203"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Page Number">
            <a:extLst>
              <a:ext uri="{FF2B5EF4-FFF2-40B4-BE49-F238E27FC236}">
                <a16:creationId xmlns:a16="http://schemas.microsoft.com/office/drawing/2014/main" id="{E6F65CEF-AFD8-D8C6-754D-5D99E8C0DFFC}"/>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rgbClr val="1C1C1C"/>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rgbClr val="1C1C1C"/>
              </a:solidFill>
            </a:endParaRPr>
          </a:p>
        </p:txBody>
      </p:sp>
      <p:sp>
        <p:nvSpPr>
          <p:cNvPr id="24" name="Footer">
            <a:extLst>
              <a:ext uri="{FF2B5EF4-FFF2-40B4-BE49-F238E27FC236}">
                <a16:creationId xmlns:a16="http://schemas.microsoft.com/office/drawing/2014/main" id="{FDA9E280-FBFA-FECB-42D1-85946B5FB368}"/>
              </a:ext>
            </a:extLst>
          </p:cNvPr>
          <p:cNvSpPr>
            <a:spLocks noGrp="1"/>
          </p:cNvSpPr>
          <p:nvPr>
            <p:ph type="ftr" sz="quarter" idx="3"/>
          </p:nvPr>
        </p:nvSpPr>
        <p:spPr>
          <a:xfrm>
            <a:off x="33496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pic>
        <p:nvPicPr>
          <p:cNvPr id="17" name="TD Shield">
            <a:extLst>
              <a:ext uri="{FF2B5EF4-FFF2-40B4-BE49-F238E27FC236}">
                <a16:creationId xmlns:a16="http://schemas.microsoft.com/office/drawing/2014/main" id="{EA657CAD-A88F-8B5D-D436-83E08477192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74816" y="333375"/>
            <a:ext cx="482222" cy="432048"/>
          </a:xfrm>
          <a:prstGeom prst="rect">
            <a:avLst/>
          </a:prstGeom>
        </p:spPr>
      </p:pic>
    </p:spTree>
    <p:extLst>
      <p:ext uri="{BB962C8B-B14F-4D97-AF65-F5344CB8AC3E}">
        <p14:creationId xmlns:p14="http://schemas.microsoft.com/office/powerpoint/2010/main" val="1685938588"/>
      </p:ext>
    </p:extLst>
  </p:cSld>
  <p:clrMapOvr>
    <a:masterClrMapping/>
  </p:clrMapOvr>
  <p:extLst>
    <p:ext uri="{DCECCB84-F9BA-43D5-87BE-67443E8EF086}">
      <p15:sldGuideLst xmlns:p15="http://schemas.microsoft.com/office/powerpoint/2012/main">
        <p15:guide id="1" orient="horz" pos="210" userDrawn="1">
          <p15:clr>
            <a:srgbClr val="FBAE40"/>
          </p15:clr>
        </p15:guide>
        <p15:guide id="2" pos="211" userDrawn="1">
          <p15:clr>
            <a:srgbClr val="FBAE40"/>
          </p15:clr>
        </p15:guide>
        <p15:guide id="3" pos="7469" userDrawn="1">
          <p15:clr>
            <a:srgbClr val="FBAE40"/>
          </p15:clr>
        </p15:guide>
        <p15:guide id="4" orient="horz" pos="4065"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lumn - Slide title with two text boxes">
    <p:bg>
      <p:bgPr>
        <a:solidFill>
          <a:srgbClr val="FFFFFF"/>
        </a:solidFill>
        <a:effectLst/>
      </p:bgPr>
    </p:bg>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829FD0BF-85FE-AA45-EAA0-B73AF9D5B042}"/>
              </a:ext>
            </a:extLst>
          </p:cNvPr>
          <p:cNvSpPr>
            <a:spLocks noGrp="1"/>
          </p:cNvSpPr>
          <p:nvPr>
            <p:ph type="ctrTitle" hasCustomPrompt="1"/>
          </p:nvPr>
        </p:nvSpPr>
        <p:spPr>
          <a:xfrm>
            <a:off x="792666" y="780257"/>
            <a:ext cx="6459107" cy="358041"/>
          </a:xfrm>
          <a:prstGeom prst="rect">
            <a:avLst/>
          </a:prstGeom>
        </p:spPr>
        <p:txBody>
          <a:bodyPr lIns="0" tIns="0" rIns="0" bIns="36000" anchor="t" anchorCtr="0">
            <a:noAutofit/>
          </a:bodyPr>
          <a:lstStyle>
            <a:lvl1pPr algn="l">
              <a:defRPr sz="2800" b="1" i="0">
                <a:solidFill>
                  <a:srgbClr val="008A00"/>
                </a:solidFill>
                <a:latin typeface="TD Graphik Semibold" panose="020B0503030202060203" pitchFamily="34" charset="77"/>
              </a:defRPr>
            </a:lvl1pPr>
          </a:lstStyle>
          <a:p>
            <a:r>
              <a:rPr lang="en-US"/>
              <a:t>Insert slide title here</a:t>
            </a:r>
          </a:p>
        </p:txBody>
      </p:sp>
      <p:sp>
        <p:nvSpPr>
          <p:cNvPr id="8" name="Body copy 1">
            <a:extLst>
              <a:ext uri="{FF2B5EF4-FFF2-40B4-BE49-F238E27FC236}">
                <a16:creationId xmlns:a16="http://schemas.microsoft.com/office/drawing/2014/main" id="{669CA5BF-7F0F-1FEC-E8EE-D7FD81C8871B}"/>
              </a:ext>
            </a:extLst>
          </p:cNvPr>
          <p:cNvSpPr>
            <a:spLocks noGrp="1"/>
          </p:cNvSpPr>
          <p:nvPr>
            <p:ph type="body" sz="quarter" idx="11"/>
          </p:nvPr>
        </p:nvSpPr>
        <p:spPr>
          <a:xfrm>
            <a:off x="792163" y="1703388"/>
            <a:ext cx="3201103" cy="4373562"/>
          </a:xfrm>
          <a:prstGeom prst="rect">
            <a:avLst/>
          </a:prstGeom>
        </p:spPr>
        <p:txBody>
          <a:bodyPr>
            <a:normAutofit/>
          </a:bodyPr>
          <a:lstStyle>
            <a:lvl1pPr marL="0" indent="0">
              <a:buNone/>
              <a:defRPr sz="1600" b="0" i="0">
                <a:latin typeface="TD Graphik Semilight" panose="020B0503030202060203" pitchFamily="34" charset="77"/>
              </a:defRPr>
            </a:lvl1pPr>
            <a:lvl2pPr>
              <a:defRPr b="0" i="0">
                <a:latin typeface="TD Graphik Semilight" panose="020B0503030202060203" pitchFamily="34" charset="77"/>
              </a:defRPr>
            </a:lvl2pPr>
            <a:lvl3pPr>
              <a:defRPr b="0" i="0">
                <a:latin typeface="TD Graphik Semilight" panose="020B0503030202060203" pitchFamily="34" charset="77"/>
              </a:defRPr>
            </a:lvl3pPr>
            <a:lvl4pPr>
              <a:defRPr b="0" i="0">
                <a:latin typeface="TD Graphik Semilight" panose="020B0503030202060203" pitchFamily="34" charset="77"/>
              </a:defRPr>
            </a:lvl4pPr>
            <a:lvl5pPr>
              <a:defRPr b="0" i="0">
                <a:latin typeface="TD Graphik Semilight" panose="020B0503030202060203" pitchFamily="34" charset="77"/>
              </a:defRPr>
            </a:lvl5pPr>
          </a:lstStyle>
          <a:p>
            <a:pPr lvl="0"/>
            <a:r>
              <a:rPr lang="en-US"/>
              <a:t>Click to edit Master text styles</a:t>
            </a:r>
          </a:p>
        </p:txBody>
      </p:sp>
      <p:sp>
        <p:nvSpPr>
          <p:cNvPr id="5" name="Body copy 2">
            <a:extLst>
              <a:ext uri="{FF2B5EF4-FFF2-40B4-BE49-F238E27FC236}">
                <a16:creationId xmlns:a16="http://schemas.microsoft.com/office/drawing/2014/main" id="{9D8B7F4C-1B7B-904F-63EA-93BFF3D6225D}"/>
              </a:ext>
            </a:extLst>
          </p:cNvPr>
          <p:cNvSpPr>
            <a:spLocks noGrp="1"/>
          </p:cNvSpPr>
          <p:nvPr>
            <p:ph sz="quarter" idx="10"/>
          </p:nvPr>
        </p:nvSpPr>
        <p:spPr>
          <a:xfrm>
            <a:off x="4328932" y="1704023"/>
            <a:ext cx="7070402" cy="4373720"/>
          </a:xfrm>
          <a:prstGeom prst="rect">
            <a:avLst/>
          </a:prstGeom>
        </p:spPr>
        <p:txBody>
          <a:bodyPr>
            <a:normAutofit/>
          </a:bodyPr>
          <a:lstStyle>
            <a:lvl1pPr marL="228600" indent="-228600">
              <a:lnSpc>
                <a:spcPct val="100000"/>
              </a:lnSpc>
              <a:buClr>
                <a:srgbClr val="008A00"/>
              </a:buClr>
              <a:buFont typeface="Wingdings" pitchFamily="2" charset="2"/>
              <a:buChar char="§"/>
              <a:defRPr sz="2400" b="0" i="0">
                <a:latin typeface="TD Graphik Semilight" panose="020B0503030202060203" pitchFamily="34" charset="77"/>
              </a:defRPr>
            </a:lvl1pPr>
            <a:lvl2pPr>
              <a:lnSpc>
                <a:spcPct val="100000"/>
              </a:lnSpc>
              <a:buClr>
                <a:srgbClr val="008A00"/>
              </a:buClr>
              <a:defRPr sz="2000" b="1" i="0">
                <a:latin typeface="TD Graphik Medium" panose="020B0503030202060203" pitchFamily="34" charset="77"/>
              </a:defRPr>
            </a:lvl2pPr>
            <a:lvl3pPr marL="1143000" indent="-228600">
              <a:lnSpc>
                <a:spcPct val="100000"/>
              </a:lnSpc>
              <a:buClr>
                <a:srgbClr val="008A00"/>
              </a:buClr>
              <a:buFont typeface="Apple Symbols" panose="02000000000000000000" pitchFamily="2" charset="-79"/>
              <a:buChar char="⎻"/>
              <a:defRPr sz="1800" b="0" i="0">
                <a:latin typeface="TD Graphik Semilight" panose="020B0503030202060203" pitchFamily="34" charset="77"/>
              </a:defRPr>
            </a:lvl3pPr>
            <a:lvl4pPr marL="1600200" indent="-228600">
              <a:lnSpc>
                <a:spcPct val="100000"/>
              </a:lnSpc>
              <a:buClr>
                <a:srgbClr val="008A00"/>
              </a:buClr>
              <a:buFont typeface="Courier New" panose="02070309020205020404" pitchFamily="49" charset="0"/>
              <a:buChar char="o"/>
              <a:defRPr sz="1600" b="0" i="0">
                <a:latin typeface="TD Graphik Semilight" panose="020B0503030202060203" pitchFamily="34" charset="77"/>
              </a:defRPr>
            </a:lvl4pPr>
            <a:lvl5pPr marL="2057400" indent="-228600">
              <a:lnSpc>
                <a:spcPct val="100000"/>
              </a:lnSpc>
              <a:buClr>
                <a:srgbClr val="008A00"/>
              </a:buClr>
              <a:buFont typeface="Arial" panose="020B0604020202020204" pitchFamily="34" charset="0"/>
              <a:buChar char="•"/>
              <a:defRPr sz="1600" b="0" i="0">
                <a:latin typeface="TD Graphik Semilight" panose="020B0503030202060203"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age Number">
            <a:extLst>
              <a:ext uri="{FF2B5EF4-FFF2-40B4-BE49-F238E27FC236}">
                <a16:creationId xmlns:a16="http://schemas.microsoft.com/office/drawing/2014/main" id="{1B268850-E719-96D8-71A7-A753CAE0FB91}"/>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rgbClr val="1C1C1C"/>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rgbClr val="1C1C1C"/>
              </a:solidFill>
            </a:endParaRPr>
          </a:p>
        </p:txBody>
      </p:sp>
      <p:sp>
        <p:nvSpPr>
          <p:cNvPr id="10" name="Footer">
            <a:extLst>
              <a:ext uri="{FF2B5EF4-FFF2-40B4-BE49-F238E27FC236}">
                <a16:creationId xmlns:a16="http://schemas.microsoft.com/office/drawing/2014/main" id="{E3E8D2B4-0620-2092-BF48-CBA2DCA8A1FF}"/>
              </a:ext>
            </a:extLst>
          </p:cNvPr>
          <p:cNvSpPr>
            <a:spLocks noGrp="1"/>
          </p:cNvSpPr>
          <p:nvPr>
            <p:ph type="ftr" sz="quarter" idx="3"/>
          </p:nvPr>
        </p:nvSpPr>
        <p:spPr>
          <a:xfrm>
            <a:off x="33496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pic>
        <p:nvPicPr>
          <p:cNvPr id="17" name="TD Shield">
            <a:extLst>
              <a:ext uri="{FF2B5EF4-FFF2-40B4-BE49-F238E27FC236}">
                <a16:creationId xmlns:a16="http://schemas.microsoft.com/office/drawing/2014/main" id="{EA657CAD-A88F-8B5D-D436-83E08477192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30092115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lumn - Slide title with image and caption">
    <p:spTree>
      <p:nvGrpSpPr>
        <p:cNvPr id="1" name=""/>
        <p:cNvGrpSpPr/>
        <p:nvPr/>
      </p:nvGrpSpPr>
      <p:grpSpPr>
        <a:xfrm>
          <a:off x="0" y="0"/>
          <a:ext cx="0" cy="0"/>
          <a:chOff x="0" y="0"/>
          <a:chExt cx="0" cy="0"/>
        </a:xfrm>
      </p:grpSpPr>
      <p:sp>
        <p:nvSpPr>
          <p:cNvPr id="23" name="Slide title">
            <a:extLst>
              <a:ext uri="{FF2B5EF4-FFF2-40B4-BE49-F238E27FC236}">
                <a16:creationId xmlns:a16="http://schemas.microsoft.com/office/drawing/2014/main" id="{A5EE5984-FB94-A9A4-63CE-2DB1DF1085A4}"/>
              </a:ext>
            </a:extLst>
          </p:cNvPr>
          <p:cNvSpPr>
            <a:spLocks noGrp="1"/>
          </p:cNvSpPr>
          <p:nvPr>
            <p:ph type="ctrTitle" hasCustomPrompt="1"/>
          </p:nvPr>
        </p:nvSpPr>
        <p:spPr>
          <a:xfrm>
            <a:off x="792666" y="780257"/>
            <a:ext cx="5585254" cy="358041"/>
          </a:xfrm>
          <a:prstGeom prst="rect">
            <a:avLst/>
          </a:prstGeom>
        </p:spPr>
        <p:txBody>
          <a:bodyPr lIns="0" tIns="0" rIns="0" bIns="36000" anchor="t" anchorCtr="0">
            <a:noAutofit/>
          </a:bodyPr>
          <a:lstStyle>
            <a:lvl1pPr algn="l">
              <a:defRPr sz="2800" b="1" i="0">
                <a:solidFill>
                  <a:srgbClr val="038203"/>
                </a:solidFill>
                <a:latin typeface="TD Graphik Semibold" panose="020B0503030202060203" pitchFamily="34" charset="77"/>
              </a:defRPr>
            </a:lvl1pPr>
          </a:lstStyle>
          <a:p>
            <a:r>
              <a:rPr lang="en-US"/>
              <a:t>Insert slide title here</a:t>
            </a:r>
          </a:p>
        </p:txBody>
      </p:sp>
      <p:sp>
        <p:nvSpPr>
          <p:cNvPr id="4" name="Caption title">
            <a:extLst>
              <a:ext uri="{FF2B5EF4-FFF2-40B4-BE49-F238E27FC236}">
                <a16:creationId xmlns:a16="http://schemas.microsoft.com/office/drawing/2014/main" id="{D7749C48-DDC0-142D-DB2B-DD6F581772F3}"/>
              </a:ext>
            </a:extLst>
          </p:cNvPr>
          <p:cNvSpPr>
            <a:spLocks noGrp="1"/>
          </p:cNvSpPr>
          <p:nvPr>
            <p:ph type="body" sz="quarter" idx="15" hasCustomPrompt="1"/>
          </p:nvPr>
        </p:nvSpPr>
        <p:spPr>
          <a:xfrm>
            <a:off x="7950200" y="2124637"/>
            <a:ext cx="3688829" cy="317621"/>
          </a:xfrm>
          <a:prstGeom prst="rect">
            <a:avLst/>
          </a:prstGeom>
        </p:spPr>
        <p:txBody>
          <a:bodyPr lIns="0" tIns="0" rIns="0" bIns="0">
            <a:noAutofit/>
          </a:bodyPr>
          <a:lstStyle>
            <a:lvl1pPr marL="0" indent="0">
              <a:lnSpc>
                <a:spcPts val="2300"/>
              </a:lnSpc>
              <a:spcBef>
                <a:spcPts val="0"/>
              </a:spcBef>
              <a:buNone/>
              <a:defRPr sz="2000" b="1" i="0">
                <a:latin typeface="TD Graphik Medium" panose="020B0503030202060203" pitchFamily="34" charset="77"/>
              </a:defRPr>
            </a:lvl1pPr>
            <a:lvl2pPr>
              <a:defRPr sz="1800" b="1" i="0">
                <a:latin typeface="TD Graphik Medium" panose="020B0503030202060203" pitchFamily="34" charset="77"/>
              </a:defRPr>
            </a:lvl2pPr>
            <a:lvl3pPr>
              <a:defRPr sz="1800" b="1" i="0">
                <a:latin typeface="TD Graphik Medium" panose="020B0503030202060203" pitchFamily="34" charset="77"/>
              </a:defRPr>
            </a:lvl3pPr>
            <a:lvl4pPr>
              <a:defRPr sz="1800" b="1" i="0">
                <a:latin typeface="TD Graphik Medium" panose="020B0503030202060203" pitchFamily="34" charset="77"/>
              </a:defRPr>
            </a:lvl4pPr>
            <a:lvl5pPr>
              <a:defRPr sz="1800" b="1" i="0">
                <a:latin typeface="TD Graphik Medium" panose="020B0503030202060203" pitchFamily="34" charset="77"/>
              </a:defRPr>
            </a:lvl5pPr>
          </a:lstStyle>
          <a:p>
            <a:pPr lvl="0"/>
            <a:r>
              <a:rPr lang="en-CA"/>
              <a:t>Insert caption title here</a:t>
            </a:r>
            <a:endParaRPr lang="en-US"/>
          </a:p>
        </p:txBody>
      </p:sp>
      <p:sp>
        <p:nvSpPr>
          <p:cNvPr id="2" name="Rectangle 1">
            <a:extLst>
              <a:ext uri="{FF2B5EF4-FFF2-40B4-BE49-F238E27FC236}">
                <a16:creationId xmlns:a16="http://schemas.microsoft.com/office/drawing/2014/main" id="{3E51672E-7976-7C63-1EBC-FFC5E83EC070}"/>
              </a:ext>
            </a:extLst>
          </p:cNvPr>
          <p:cNvSpPr/>
          <p:nvPr userDrawn="1"/>
        </p:nvSpPr>
        <p:spPr>
          <a:xfrm>
            <a:off x="0" y="5365376"/>
            <a:ext cx="9345706" cy="1492624"/>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Body copy">
            <a:extLst>
              <a:ext uri="{FF2B5EF4-FFF2-40B4-BE49-F238E27FC236}">
                <a16:creationId xmlns:a16="http://schemas.microsoft.com/office/drawing/2014/main" id="{B0C25247-9E5C-E1BE-6C6A-819753B9D00F}"/>
              </a:ext>
            </a:extLst>
          </p:cNvPr>
          <p:cNvSpPr>
            <a:spLocks noGrp="1"/>
          </p:cNvSpPr>
          <p:nvPr>
            <p:ph type="body" sz="quarter" idx="14" hasCustomPrompt="1"/>
          </p:nvPr>
        </p:nvSpPr>
        <p:spPr>
          <a:xfrm>
            <a:off x="7950200" y="2560399"/>
            <a:ext cx="3688829" cy="2579259"/>
          </a:xfrm>
          <a:prstGeom prst="rect">
            <a:avLst/>
          </a:prstGeom>
        </p:spPr>
        <p:txBody>
          <a:bodyPr lIns="0" tIns="0" rIns="0" bIns="0">
            <a:noAutofit/>
          </a:bodyPr>
          <a:lstStyle>
            <a:lvl1pPr marL="0" indent="0">
              <a:lnSpc>
                <a:spcPts val="2320"/>
              </a:lnSpc>
              <a:spcBef>
                <a:spcPts val="0"/>
              </a:spcBef>
              <a:buNone/>
              <a:defRPr sz="1600" b="0" i="0">
                <a:solidFill>
                  <a:srgbClr val="1C1C1C"/>
                </a:solidFill>
                <a:latin typeface="TD Graphik Semilight" panose="020B0503030202060203" pitchFamily="34" charset="77"/>
              </a:defRPr>
            </a:lvl1pPr>
          </a:lstStyle>
          <a:p>
            <a:pPr marL="0" marR="0" lvl="0" indent="0" algn="l" defTabSz="914400" rtl="0" eaLnBrk="1" fontAlgn="auto" latinLnBrk="0" hangingPunct="1">
              <a:lnSpc>
                <a:spcPts val="2220"/>
              </a:lnSpc>
              <a:spcBef>
                <a:spcPts val="0"/>
              </a:spcBef>
              <a:spcAft>
                <a:spcPts val="0"/>
              </a:spcAft>
              <a:buClrTx/>
              <a:buSzTx/>
              <a:buFont typeface="Arial" panose="020B0604020202020204" pitchFamily="34" charset="0"/>
              <a:buNone/>
              <a:tabLst/>
              <a:defRPr/>
            </a:pPr>
            <a:r>
              <a:rPr lang="en-CA" sz="1600" err="1"/>
              <a:t>Mauris</a:t>
            </a:r>
            <a:r>
              <a:rPr lang="en-CA" sz="1600"/>
              <a:t> auctor </a:t>
            </a:r>
            <a:r>
              <a:rPr lang="en-CA" sz="1600" err="1"/>
              <a:t>eleifend</a:t>
            </a:r>
            <a:r>
              <a:rPr lang="en-CA" sz="1600"/>
              <a:t> </a:t>
            </a:r>
            <a:r>
              <a:rPr lang="en-CA" sz="1600" err="1"/>
              <a:t>egestas</a:t>
            </a:r>
            <a:r>
              <a:rPr lang="en-CA" sz="1600"/>
              <a:t>. Class </a:t>
            </a:r>
            <a:r>
              <a:rPr lang="en-CA" sz="1600" err="1"/>
              <a:t>aptent</a:t>
            </a:r>
            <a:r>
              <a:rPr lang="en-CA" sz="1600"/>
              <a:t> </a:t>
            </a:r>
            <a:r>
              <a:rPr lang="en-CA" sz="1600" err="1"/>
              <a:t>taciti</a:t>
            </a:r>
            <a:r>
              <a:rPr lang="en-CA" sz="1600"/>
              <a:t>. 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 </a:t>
            </a:r>
            <a:r>
              <a:rPr lang="en-CA" sz="1600" err="1"/>
              <a:t>egestas</a:t>
            </a:r>
            <a:r>
              <a:rPr lang="en-CA" sz="1600"/>
              <a:t>. per </a:t>
            </a:r>
            <a:r>
              <a:rPr lang="en-CA" sz="1600" err="1"/>
              <a:t>conubia</a:t>
            </a:r>
            <a:r>
              <a:rPr lang="en-CA" sz="1600"/>
              <a:t> nostra per </a:t>
            </a:r>
            <a:r>
              <a:rPr lang="en-CA" sz="1600" err="1"/>
              <a:t>inceptos</a:t>
            </a:r>
            <a:r>
              <a:rPr lang="en-CA" sz="1600"/>
              <a:t> </a:t>
            </a:r>
            <a:r>
              <a:rPr lang="en-CA" sz="1600" err="1"/>
              <a:t>himenaeos</a:t>
            </a:r>
            <a:r>
              <a:rPr lang="en-CA" sz="1600"/>
              <a:t> </a:t>
            </a:r>
            <a:r>
              <a:rPr lang="en-CA" sz="1600" err="1"/>
              <a:t>risus</a:t>
            </a:r>
            <a:r>
              <a:rPr lang="en-CA" sz="1600"/>
              <a:t> </a:t>
            </a:r>
            <a:r>
              <a:rPr lang="en-CA" sz="1600" err="1"/>
              <a:t>augue</a:t>
            </a:r>
            <a:r>
              <a:rPr lang="en-CA" sz="1600"/>
              <a:t>. Morbi at </a:t>
            </a:r>
            <a:r>
              <a:rPr lang="en-CA" sz="1600" err="1"/>
              <a:t>risus</a:t>
            </a:r>
            <a:r>
              <a:rPr lang="en-CA" sz="1600"/>
              <a:t> a </a:t>
            </a:r>
            <a:r>
              <a:rPr lang="en-CA" sz="1600" err="1"/>
              <a:t>augue</a:t>
            </a:r>
            <a:r>
              <a:rPr lang="en-CA" sz="1600"/>
              <a:t> gravida </a:t>
            </a:r>
            <a:r>
              <a:rPr lang="en-CA" sz="1600" err="1"/>
              <a:t>elementum</a:t>
            </a:r>
            <a:r>
              <a:rPr lang="en-CA" sz="1600"/>
              <a:t>.</a:t>
            </a:r>
          </a:p>
        </p:txBody>
      </p:sp>
      <p:sp>
        <p:nvSpPr>
          <p:cNvPr id="5" name="Photograph">
            <a:extLst>
              <a:ext uri="{FF2B5EF4-FFF2-40B4-BE49-F238E27FC236}">
                <a16:creationId xmlns:a16="http://schemas.microsoft.com/office/drawing/2014/main" id="{8DCC17A9-3EA1-0F15-53F5-A55869CDB6D5}"/>
              </a:ext>
            </a:extLst>
          </p:cNvPr>
          <p:cNvSpPr>
            <a:spLocks noGrp="1"/>
          </p:cNvSpPr>
          <p:nvPr>
            <p:ph type="pic" sz="quarter" idx="10"/>
          </p:nvPr>
        </p:nvSpPr>
        <p:spPr>
          <a:xfrm>
            <a:off x="792666" y="2124636"/>
            <a:ext cx="6670675" cy="4087440"/>
          </a:xfrm>
          <a:prstGeom prst="rect">
            <a:avLst/>
          </a:prstGeom>
        </p:spPr>
        <p:txBody>
          <a:bodyPr/>
          <a:lstStyle/>
          <a:p>
            <a:endParaRPr lang="en-US"/>
          </a:p>
        </p:txBody>
      </p:sp>
      <p:sp>
        <p:nvSpPr>
          <p:cNvPr id="15" name="Footer">
            <a:extLst>
              <a:ext uri="{FF2B5EF4-FFF2-40B4-BE49-F238E27FC236}">
                <a16:creationId xmlns:a16="http://schemas.microsoft.com/office/drawing/2014/main" id="{701B360C-B23C-B6B0-76EA-32BF6ACFE05A}"/>
              </a:ext>
            </a:extLst>
          </p:cNvPr>
          <p:cNvSpPr>
            <a:spLocks noGrp="1"/>
          </p:cNvSpPr>
          <p:nvPr>
            <p:ph type="ftr" sz="quarter" idx="3"/>
          </p:nvPr>
        </p:nvSpPr>
        <p:spPr>
          <a:xfrm>
            <a:off x="33496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sp>
        <p:nvSpPr>
          <p:cNvPr id="11" name="Page Number">
            <a:extLst>
              <a:ext uri="{FF2B5EF4-FFF2-40B4-BE49-F238E27FC236}">
                <a16:creationId xmlns:a16="http://schemas.microsoft.com/office/drawing/2014/main" id="{DF10BDCD-2BAE-301F-85D7-F6D2896FD614}"/>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rgbClr val="1C1C1C"/>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rgbClr val="1C1C1C"/>
              </a:solidFill>
            </a:endParaRPr>
          </a:p>
        </p:txBody>
      </p:sp>
      <p:pic>
        <p:nvPicPr>
          <p:cNvPr id="12" name="TD Shield">
            <a:extLst>
              <a:ext uri="{FF2B5EF4-FFF2-40B4-BE49-F238E27FC236}">
                <a16:creationId xmlns:a16="http://schemas.microsoft.com/office/drawing/2014/main" id="{200CEB7E-2206-50CF-D8F0-6DC90388D6DE}"/>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8654231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lumn - Subject title with text box and image">
    <p:spTree>
      <p:nvGrpSpPr>
        <p:cNvPr id="1" name=""/>
        <p:cNvGrpSpPr/>
        <p:nvPr/>
      </p:nvGrpSpPr>
      <p:grpSpPr>
        <a:xfrm>
          <a:off x="0" y="0"/>
          <a:ext cx="0" cy="0"/>
          <a:chOff x="0" y="0"/>
          <a:chExt cx="0" cy="0"/>
        </a:xfrm>
      </p:grpSpPr>
      <p:sp>
        <p:nvSpPr>
          <p:cNvPr id="8" name="Slide title">
            <a:extLst>
              <a:ext uri="{FF2B5EF4-FFF2-40B4-BE49-F238E27FC236}">
                <a16:creationId xmlns:a16="http://schemas.microsoft.com/office/drawing/2014/main" id="{44294009-DE4C-4561-65BD-99E4363550C0}"/>
              </a:ext>
            </a:extLst>
          </p:cNvPr>
          <p:cNvSpPr>
            <a:spLocks noGrp="1"/>
          </p:cNvSpPr>
          <p:nvPr>
            <p:ph type="ctrTitle" hasCustomPrompt="1"/>
          </p:nvPr>
        </p:nvSpPr>
        <p:spPr>
          <a:xfrm>
            <a:off x="792666" y="780257"/>
            <a:ext cx="5585254" cy="358041"/>
          </a:xfrm>
          <a:prstGeom prst="rect">
            <a:avLst/>
          </a:prstGeom>
        </p:spPr>
        <p:txBody>
          <a:bodyPr lIns="0" tIns="0" rIns="0" bIns="36000" anchor="t" anchorCtr="0">
            <a:noAutofit/>
          </a:bodyPr>
          <a:lstStyle>
            <a:lvl1pPr algn="l">
              <a:defRPr sz="2800" b="1" i="0">
                <a:solidFill>
                  <a:srgbClr val="038203"/>
                </a:solidFill>
                <a:latin typeface="TD Graphik Semibold" panose="020B0503030202060203" pitchFamily="34" charset="77"/>
              </a:defRPr>
            </a:lvl1pPr>
          </a:lstStyle>
          <a:p>
            <a:r>
              <a:rPr lang="en-US"/>
              <a:t>Insert slide title here</a:t>
            </a:r>
          </a:p>
        </p:txBody>
      </p:sp>
      <p:sp>
        <p:nvSpPr>
          <p:cNvPr id="11" name="Header">
            <a:extLst>
              <a:ext uri="{FF2B5EF4-FFF2-40B4-BE49-F238E27FC236}">
                <a16:creationId xmlns:a16="http://schemas.microsoft.com/office/drawing/2014/main" id="{98CEFD8F-38F0-B58A-01A3-50CA31184824}"/>
              </a:ext>
            </a:extLst>
          </p:cNvPr>
          <p:cNvSpPr>
            <a:spLocks noGrp="1"/>
          </p:cNvSpPr>
          <p:nvPr>
            <p:ph type="body" sz="quarter" idx="11" hasCustomPrompt="1"/>
          </p:nvPr>
        </p:nvSpPr>
        <p:spPr>
          <a:xfrm>
            <a:off x="782638" y="1986558"/>
            <a:ext cx="6118017" cy="974192"/>
          </a:xfrm>
          <a:prstGeom prst="rect">
            <a:avLst/>
          </a:prstGeom>
        </p:spPr>
        <p:txBody>
          <a:bodyPr lIns="0" tIns="0" rIns="0" bIns="0">
            <a:noAutofit/>
          </a:bodyPr>
          <a:lstStyle>
            <a:lvl1pPr marL="0" indent="0">
              <a:buNone/>
              <a:defRPr sz="3600" b="1" i="0" baseline="0">
                <a:latin typeface="TD Graphik Medium" panose="020B0503030202060203" pitchFamily="34"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CA" sz="3600" b="1" i="0">
                <a:latin typeface="TD Graphik Medium" panose="020B0503030202060203" pitchFamily="34" charset="77"/>
              </a:rPr>
              <a:t>Insert subject title here.</a:t>
            </a:r>
            <a:br>
              <a:rPr lang="en-CA" sz="3600" b="1" i="0">
                <a:latin typeface="TD Graphik Medium" panose="020B0503030202060203" pitchFamily="34" charset="77"/>
              </a:rPr>
            </a:br>
            <a:r>
              <a:rPr lang="fr-FR"/>
              <a:t>Insérer le titre du sujet ici.</a:t>
            </a:r>
            <a:endParaRPr lang="en-CA" sz="3600" b="0" i="0">
              <a:solidFill>
                <a:srgbClr val="1C1C1C"/>
              </a:solidFill>
              <a:latin typeface="TD Graphik Regular" panose="020B0503030202060203" pitchFamily="34" charset="77"/>
            </a:endParaRPr>
          </a:p>
        </p:txBody>
      </p:sp>
      <p:sp>
        <p:nvSpPr>
          <p:cNvPr id="3" name="Body copy">
            <a:extLst>
              <a:ext uri="{FF2B5EF4-FFF2-40B4-BE49-F238E27FC236}">
                <a16:creationId xmlns:a16="http://schemas.microsoft.com/office/drawing/2014/main" id="{E263AF50-16E8-4CCD-F390-3581C4944E90}"/>
              </a:ext>
            </a:extLst>
          </p:cNvPr>
          <p:cNvSpPr>
            <a:spLocks noGrp="1"/>
          </p:cNvSpPr>
          <p:nvPr>
            <p:ph type="body" sz="quarter" idx="13" hasCustomPrompt="1"/>
          </p:nvPr>
        </p:nvSpPr>
        <p:spPr>
          <a:xfrm>
            <a:off x="792163" y="3302153"/>
            <a:ext cx="6108492" cy="2283567"/>
          </a:xfrm>
          <a:prstGeom prst="rect">
            <a:avLst/>
          </a:prstGeom>
        </p:spPr>
        <p:txBody>
          <a:bodyPr lIns="0" tIns="0" rIns="0" bIns="0">
            <a:noAutofit/>
          </a:bodyPr>
          <a:lstStyle>
            <a:lvl1pPr marL="285750" indent="-285750">
              <a:lnSpc>
                <a:spcPts val="2320"/>
              </a:lnSpc>
              <a:spcBef>
                <a:spcPts val="800"/>
              </a:spcBef>
              <a:buClr>
                <a:srgbClr val="038203"/>
              </a:buClr>
              <a:buFont typeface="Wingdings" pitchFamily="2" charset="2"/>
              <a:buChar char="§"/>
              <a:defRPr sz="1600" b="0" i="0">
                <a:latin typeface="TD Graphik Semilight" panose="020B0503030202060203" pitchFamily="34" charset="77"/>
              </a:defRPr>
            </a:lvl1pPr>
          </a:lstStyle>
          <a:p>
            <a:pPr lvl="0"/>
            <a:r>
              <a:rPr lang="en-CA" sz="1600"/>
              <a:t>Class </a:t>
            </a:r>
            <a:r>
              <a:rPr lang="en-CA" sz="1600" err="1"/>
              <a:t>aptent</a:t>
            </a:r>
            <a:r>
              <a:rPr lang="en-CA" sz="1600"/>
              <a:t> </a:t>
            </a:r>
            <a:r>
              <a:rPr lang="en-CA" sz="1600" err="1"/>
              <a:t>taciti</a:t>
            </a:r>
            <a:r>
              <a:rPr lang="en-CA" sz="1600"/>
              <a:t> </a:t>
            </a:r>
            <a:r>
              <a:rPr lang="en-CA" sz="1600" err="1"/>
              <a:t>sociosqu</a:t>
            </a:r>
            <a:r>
              <a:rPr lang="en-CA" sz="1600"/>
              <a:t> ad </a:t>
            </a:r>
            <a:r>
              <a:rPr lang="en-CA" sz="1600" err="1"/>
              <a:t>litora</a:t>
            </a:r>
            <a:r>
              <a:rPr lang="en-CA" sz="1600"/>
              <a:t> </a:t>
            </a:r>
            <a:r>
              <a:rPr lang="en-CA" sz="1600" err="1"/>
              <a:t>torquent</a:t>
            </a:r>
            <a:r>
              <a:rPr lang="en-CA" sz="1600"/>
              <a:t> per </a:t>
            </a:r>
            <a:r>
              <a:rPr lang="en-CA" sz="1600" err="1"/>
              <a:t>conubia</a:t>
            </a:r>
            <a:r>
              <a:rPr lang="en-CA" sz="1600"/>
              <a:t> nostra, per </a:t>
            </a:r>
            <a:r>
              <a:rPr lang="en-CA" sz="1600" err="1"/>
              <a:t>inceptos</a:t>
            </a:r>
            <a:r>
              <a:rPr lang="en-CA" sz="1600"/>
              <a:t> </a:t>
            </a:r>
            <a:r>
              <a:rPr lang="en-CA" sz="1600" err="1"/>
              <a:t>himenaeos</a:t>
            </a:r>
            <a:r>
              <a:rPr lang="en-CA" sz="1600"/>
              <a:t>. </a:t>
            </a:r>
          </a:p>
          <a:p>
            <a:pPr lvl="0"/>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 </a:t>
            </a:r>
            <a:r>
              <a:rPr lang="en-CA" sz="1600" err="1"/>
              <a:t>egestas</a:t>
            </a:r>
            <a:r>
              <a:rPr lang="en-CA" sz="1600"/>
              <a:t>. </a:t>
            </a:r>
            <a:r>
              <a:rPr lang="en-CA" sz="1600" err="1"/>
              <a:t>Himenaeos</a:t>
            </a:r>
            <a:r>
              <a:rPr lang="en-CA" sz="1600"/>
              <a:t>. </a:t>
            </a:r>
          </a:p>
          <a:p>
            <a:pPr lvl="0"/>
            <a:r>
              <a:rPr lang="en-CA" sz="1600"/>
              <a:t>Morbi at </a:t>
            </a:r>
            <a:r>
              <a:rPr lang="en-CA" sz="1600" err="1"/>
              <a:t>risus</a:t>
            </a:r>
            <a:r>
              <a:rPr lang="en-CA" sz="1600"/>
              <a:t> a </a:t>
            </a:r>
            <a:r>
              <a:rPr lang="en-CA" sz="1600" err="1"/>
              <a:t>augue</a:t>
            </a:r>
            <a:r>
              <a:rPr lang="en-CA" sz="1600"/>
              <a:t> gravida </a:t>
            </a:r>
            <a:r>
              <a:rPr lang="en-CA" sz="1600" err="1"/>
              <a:t>elementum</a:t>
            </a:r>
            <a:r>
              <a:rPr lang="en-CA" sz="1600"/>
              <a:t>. </a:t>
            </a:r>
          </a:p>
          <a:p>
            <a:pPr lvl="0"/>
            <a:r>
              <a:rPr lang="en-CA" sz="1600"/>
              <a:t>Class </a:t>
            </a:r>
            <a:r>
              <a:rPr lang="en-CA" sz="1600" err="1"/>
              <a:t>aptent</a:t>
            </a:r>
            <a:r>
              <a:rPr lang="en-CA" sz="1600"/>
              <a:t> </a:t>
            </a:r>
            <a:r>
              <a:rPr lang="en-CA" sz="1600" err="1"/>
              <a:t>taciti</a:t>
            </a:r>
            <a:r>
              <a:rPr lang="en-CA" sz="1600"/>
              <a:t>. 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endParaRPr lang="en-US"/>
          </a:p>
        </p:txBody>
      </p:sp>
      <p:sp>
        <p:nvSpPr>
          <p:cNvPr id="6" name="Green Rectangle">
            <a:extLst>
              <a:ext uri="{FF2B5EF4-FFF2-40B4-BE49-F238E27FC236}">
                <a16:creationId xmlns:a16="http://schemas.microsoft.com/office/drawing/2014/main" id="{F7AA3068-185F-24FE-9CC3-0727F9F780A7}"/>
              </a:ext>
            </a:extLst>
          </p:cNvPr>
          <p:cNvSpPr/>
          <p:nvPr userDrawn="1"/>
        </p:nvSpPr>
        <p:spPr>
          <a:xfrm>
            <a:off x="8061789" y="2727789"/>
            <a:ext cx="4130211" cy="4130211"/>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hotograph">
            <a:extLst>
              <a:ext uri="{FF2B5EF4-FFF2-40B4-BE49-F238E27FC236}">
                <a16:creationId xmlns:a16="http://schemas.microsoft.com/office/drawing/2014/main" id="{10B56569-38DA-C665-FDDC-D79654BB4984}"/>
              </a:ext>
            </a:extLst>
          </p:cNvPr>
          <p:cNvSpPr>
            <a:spLocks noGrp="1"/>
          </p:cNvSpPr>
          <p:nvPr>
            <p:ph type="pic" sz="quarter" idx="14"/>
          </p:nvPr>
        </p:nvSpPr>
        <p:spPr>
          <a:xfrm>
            <a:off x="7417942" y="1986558"/>
            <a:ext cx="4324350" cy="4322762"/>
          </a:xfrm>
          <a:prstGeom prst="rect">
            <a:avLst/>
          </a:prstGeom>
        </p:spPr>
        <p:txBody>
          <a:bodyPr/>
          <a:lstStyle/>
          <a:p>
            <a:endParaRPr lang="en-US"/>
          </a:p>
        </p:txBody>
      </p:sp>
      <p:sp>
        <p:nvSpPr>
          <p:cNvPr id="12" name="Page Number">
            <a:extLst>
              <a:ext uri="{FF2B5EF4-FFF2-40B4-BE49-F238E27FC236}">
                <a16:creationId xmlns:a16="http://schemas.microsoft.com/office/drawing/2014/main" id="{4FB0F4E3-B59E-8E83-BD6B-8CACA39CDC20}"/>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chemeClr val="bg1"/>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chemeClr val="bg1"/>
              </a:solidFill>
            </a:endParaRPr>
          </a:p>
        </p:txBody>
      </p:sp>
      <p:sp>
        <p:nvSpPr>
          <p:cNvPr id="13" name="Footer">
            <a:extLst>
              <a:ext uri="{FF2B5EF4-FFF2-40B4-BE49-F238E27FC236}">
                <a16:creationId xmlns:a16="http://schemas.microsoft.com/office/drawing/2014/main" id="{F3A8C6AE-0CC2-127B-590A-35493A3B2CBE}"/>
              </a:ext>
            </a:extLst>
          </p:cNvPr>
          <p:cNvSpPr>
            <a:spLocks noGrp="1"/>
          </p:cNvSpPr>
          <p:nvPr>
            <p:ph type="ftr" sz="quarter" idx="3"/>
          </p:nvPr>
        </p:nvSpPr>
        <p:spPr>
          <a:xfrm>
            <a:off x="33496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pic>
        <p:nvPicPr>
          <p:cNvPr id="10" name="TD Shield">
            <a:extLst>
              <a:ext uri="{FF2B5EF4-FFF2-40B4-BE49-F238E27FC236}">
                <a16:creationId xmlns:a16="http://schemas.microsoft.com/office/drawing/2014/main" id="{89D2FD88-3BD4-456C-2E48-99794EF26E7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4625509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lumn - Subject title with two captions">
    <p:spTree>
      <p:nvGrpSpPr>
        <p:cNvPr id="1" name=""/>
        <p:cNvGrpSpPr/>
        <p:nvPr/>
      </p:nvGrpSpPr>
      <p:grpSpPr>
        <a:xfrm>
          <a:off x="0" y="0"/>
          <a:ext cx="0" cy="0"/>
          <a:chOff x="0" y="0"/>
          <a:chExt cx="0" cy="0"/>
        </a:xfrm>
      </p:grpSpPr>
      <p:sp>
        <p:nvSpPr>
          <p:cNvPr id="23" name="Slide title">
            <a:extLst>
              <a:ext uri="{FF2B5EF4-FFF2-40B4-BE49-F238E27FC236}">
                <a16:creationId xmlns:a16="http://schemas.microsoft.com/office/drawing/2014/main" id="{A5EE5984-FB94-A9A4-63CE-2DB1DF1085A4}"/>
              </a:ext>
            </a:extLst>
          </p:cNvPr>
          <p:cNvSpPr>
            <a:spLocks noGrp="1"/>
          </p:cNvSpPr>
          <p:nvPr>
            <p:ph type="ctrTitle" hasCustomPrompt="1"/>
          </p:nvPr>
        </p:nvSpPr>
        <p:spPr>
          <a:xfrm>
            <a:off x="792666" y="780257"/>
            <a:ext cx="5585254" cy="358041"/>
          </a:xfrm>
          <a:prstGeom prst="rect">
            <a:avLst/>
          </a:prstGeom>
        </p:spPr>
        <p:txBody>
          <a:bodyPr lIns="0" tIns="0" rIns="0" bIns="36000" anchor="t" anchorCtr="0">
            <a:noAutofit/>
          </a:bodyPr>
          <a:lstStyle>
            <a:lvl1pPr algn="l">
              <a:defRPr sz="2800" b="1" i="0">
                <a:solidFill>
                  <a:srgbClr val="038203"/>
                </a:solidFill>
                <a:latin typeface="TD Graphik Semibold" panose="020B0503030202060203" pitchFamily="34" charset="77"/>
              </a:defRPr>
            </a:lvl1pPr>
          </a:lstStyle>
          <a:p>
            <a:r>
              <a:rPr lang="en-US"/>
              <a:t>Insert slide title here</a:t>
            </a:r>
          </a:p>
        </p:txBody>
      </p:sp>
      <p:sp>
        <p:nvSpPr>
          <p:cNvPr id="19" name="Header">
            <a:extLst>
              <a:ext uri="{FF2B5EF4-FFF2-40B4-BE49-F238E27FC236}">
                <a16:creationId xmlns:a16="http://schemas.microsoft.com/office/drawing/2014/main" id="{DE5D0BF9-3ADB-64F7-85A4-F20E5A9E48B4}"/>
              </a:ext>
            </a:extLst>
          </p:cNvPr>
          <p:cNvSpPr>
            <a:spLocks noGrp="1"/>
          </p:cNvSpPr>
          <p:nvPr>
            <p:ph type="body" sz="quarter" idx="11" hasCustomPrompt="1"/>
          </p:nvPr>
        </p:nvSpPr>
        <p:spPr>
          <a:xfrm>
            <a:off x="782638" y="2403828"/>
            <a:ext cx="10173682" cy="432462"/>
          </a:xfrm>
          <a:prstGeom prst="rect">
            <a:avLst/>
          </a:prstGeom>
        </p:spPr>
        <p:txBody>
          <a:bodyPr lIns="0" tIns="0" rIns="0" bIns="0">
            <a:noAutofit/>
          </a:bodyPr>
          <a:lstStyle>
            <a:lvl1pPr marL="0" indent="0">
              <a:buNone/>
              <a:defRPr sz="3600" b="0" i="0" baseline="0">
                <a:latin typeface="TD Graphik Semilight" panose="020B0503030202060203" pitchFamily="34"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CA" sz="3600" b="1" i="0">
                <a:latin typeface="TD Graphik Medium" panose="020B0503030202060203" pitchFamily="34" charset="77"/>
              </a:rPr>
              <a:t>Insert subject title. </a:t>
            </a:r>
            <a:r>
              <a:rPr lang="fr-FR"/>
              <a:t>Insérer le titre du sujet.</a:t>
            </a:r>
            <a:endParaRPr lang="en-CA" sz="3600" b="0" i="0">
              <a:solidFill>
                <a:srgbClr val="1C1C1C"/>
              </a:solidFill>
              <a:latin typeface="TD Graphik Regular" panose="020B0503030202060203" pitchFamily="34" charset="77"/>
            </a:endParaRPr>
          </a:p>
        </p:txBody>
      </p:sp>
      <p:sp>
        <p:nvSpPr>
          <p:cNvPr id="13" name="Caption title 1">
            <a:extLst>
              <a:ext uri="{FF2B5EF4-FFF2-40B4-BE49-F238E27FC236}">
                <a16:creationId xmlns:a16="http://schemas.microsoft.com/office/drawing/2014/main" id="{FE9F830A-4384-ECC6-801E-21D3470D49D2}"/>
              </a:ext>
            </a:extLst>
          </p:cNvPr>
          <p:cNvSpPr>
            <a:spLocks noGrp="1"/>
          </p:cNvSpPr>
          <p:nvPr>
            <p:ph type="body" sz="quarter" idx="18" hasCustomPrompt="1"/>
          </p:nvPr>
        </p:nvSpPr>
        <p:spPr>
          <a:xfrm>
            <a:off x="784202" y="3320966"/>
            <a:ext cx="5037837" cy="216068"/>
          </a:xfrm>
          <a:prstGeom prst="rect">
            <a:avLst/>
          </a:prstGeom>
        </p:spPr>
        <p:txBody>
          <a:bodyPr lIns="0" tIns="0" rIns="0" bIns="0">
            <a:noAutofit/>
          </a:bodyPr>
          <a:lstStyle>
            <a:lvl1pPr marL="0" indent="0">
              <a:buNone/>
              <a:defRPr sz="1800" b="1" i="0" baseline="0">
                <a:latin typeface="TD Graphik Medium" panose="020B0503030202060203" pitchFamily="34" charset="77"/>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CA" sz="1600" b="1" i="0">
                <a:solidFill>
                  <a:srgbClr val="1C1C1C"/>
                </a:solidFill>
                <a:latin typeface="TD Graphik Medium" panose="020B0503030202060203" pitchFamily="34" charset="77"/>
              </a:rPr>
              <a:t>Caption title here</a:t>
            </a:r>
          </a:p>
        </p:txBody>
      </p:sp>
      <p:sp>
        <p:nvSpPr>
          <p:cNvPr id="9" name="Caption copy 1">
            <a:extLst>
              <a:ext uri="{FF2B5EF4-FFF2-40B4-BE49-F238E27FC236}">
                <a16:creationId xmlns:a16="http://schemas.microsoft.com/office/drawing/2014/main" id="{C9CD5D84-F6B5-5BDB-FBEA-4383787EEBCB}"/>
              </a:ext>
            </a:extLst>
          </p:cNvPr>
          <p:cNvSpPr>
            <a:spLocks noGrp="1"/>
          </p:cNvSpPr>
          <p:nvPr>
            <p:ph type="body" sz="quarter" idx="16" hasCustomPrompt="1"/>
          </p:nvPr>
        </p:nvSpPr>
        <p:spPr>
          <a:xfrm>
            <a:off x="776758" y="3767082"/>
            <a:ext cx="5052727" cy="2003455"/>
          </a:xfrm>
          <a:prstGeom prst="rect">
            <a:avLst/>
          </a:prstGeom>
        </p:spPr>
        <p:txBody>
          <a:bodyPr lIns="0" tIns="0" rIns="0" bIns="0">
            <a:noAutofit/>
          </a:bodyPr>
          <a:lstStyle>
            <a:lvl1pPr marL="0" indent="0">
              <a:lnSpc>
                <a:spcPts val="2320"/>
              </a:lnSpc>
              <a:spcBef>
                <a:spcPts val="0"/>
              </a:spcBef>
              <a:buNone/>
              <a:defRPr sz="1600" b="0" i="0">
                <a:latin typeface="TD Graphik Semilight" panose="020B0503030202060203" pitchFamily="34" charset="77"/>
              </a:defRPr>
            </a:lvl1pPr>
          </a:lstStyle>
          <a:p>
            <a:pPr lvl="0"/>
            <a:r>
              <a:rPr lang="en-CA" sz="1600"/>
              <a:t>Class </a:t>
            </a:r>
            <a:r>
              <a:rPr lang="en-CA" sz="1600" err="1"/>
              <a:t>aptent</a:t>
            </a:r>
            <a:r>
              <a:rPr lang="en-CA" sz="1600"/>
              <a:t> </a:t>
            </a:r>
            <a:r>
              <a:rPr lang="en-CA" sz="1600" err="1"/>
              <a:t>taciti</a:t>
            </a:r>
            <a:r>
              <a:rPr lang="en-CA" sz="1600"/>
              <a:t> </a:t>
            </a:r>
            <a:r>
              <a:rPr lang="en-CA" sz="1600" err="1"/>
              <a:t>sociosqu</a:t>
            </a:r>
            <a:r>
              <a:rPr lang="en-CA" sz="1600"/>
              <a:t> ad </a:t>
            </a:r>
            <a:r>
              <a:rPr lang="en-CA" sz="1600" err="1"/>
              <a:t>litora</a:t>
            </a:r>
            <a:r>
              <a:rPr lang="en-CA" sz="1600"/>
              <a:t> </a:t>
            </a:r>
            <a:r>
              <a:rPr lang="en-CA" sz="1600" err="1"/>
              <a:t>torquent</a:t>
            </a:r>
            <a:r>
              <a:rPr lang="en-CA" sz="1600"/>
              <a:t> per </a:t>
            </a:r>
            <a:r>
              <a:rPr lang="en-CA" sz="1600" err="1"/>
              <a:t>conubia</a:t>
            </a:r>
            <a:r>
              <a:rPr lang="en-CA" sz="1600"/>
              <a:t> nostra, per </a:t>
            </a:r>
            <a:r>
              <a:rPr lang="en-CA" sz="1600" err="1"/>
              <a:t>inceptos</a:t>
            </a:r>
            <a:r>
              <a:rPr lang="en-CA" sz="1600"/>
              <a:t> </a:t>
            </a:r>
            <a:r>
              <a:rPr lang="en-CA" sz="1600" err="1"/>
              <a:t>himenaeos</a:t>
            </a:r>
            <a:r>
              <a:rPr lang="en-CA" sz="1600"/>
              <a:t>. 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 </a:t>
            </a:r>
            <a:r>
              <a:rPr lang="en-CA" sz="1600" err="1"/>
              <a:t>egestas</a:t>
            </a:r>
            <a:r>
              <a:rPr lang="en-CA" sz="1600"/>
              <a:t>. </a:t>
            </a:r>
            <a:r>
              <a:rPr lang="en-CA" sz="1600" err="1"/>
              <a:t>Himenaeos</a:t>
            </a:r>
            <a:r>
              <a:rPr lang="en-CA" sz="1600"/>
              <a:t>. Morbi at </a:t>
            </a:r>
            <a:r>
              <a:rPr lang="en-CA" sz="1600" err="1"/>
              <a:t>risus</a:t>
            </a:r>
            <a:r>
              <a:rPr lang="en-CA" sz="1600"/>
              <a:t> a </a:t>
            </a:r>
            <a:r>
              <a:rPr lang="en-CA" sz="1600" err="1"/>
              <a:t>augue</a:t>
            </a:r>
            <a:r>
              <a:rPr lang="en-CA" sz="1600"/>
              <a:t> gravida </a:t>
            </a:r>
            <a:r>
              <a:rPr lang="en-CA" sz="1600" err="1"/>
              <a:t>elementum</a:t>
            </a:r>
            <a:r>
              <a:rPr lang="en-CA" sz="1600"/>
              <a:t>. Class </a:t>
            </a:r>
            <a:r>
              <a:rPr lang="en-CA" sz="1600" err="1"/>
              <a:t>aptent</a:t>
            </a:r>
            <a:r>
              <a:rPr lang="en-CA" sz="1600"/>
              <a:t> </a:t>
            </a:r>
            <a:r>
              <a:rPr lang="en-CA" sz="1600" err="1"/>
              <a:t>taciti</a:t>
            </a:r>
            <a:r>
              <a:rPr lang="en-CA" sz="1600"/>
              <a:t>. 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 </a:t>
            </a:r>
            <a:r>
              <a:rPr lang="en-CA" sz="1600" err="1"/>
              <a:t>egestas</a:t>
            </a:r>
            <a:r>
              <a:rPr lang="en-CA" sz="1600"/>
              <a:t>. </a:t>
            </a:r>
            <a:endParaRPr lang="en-US"/>
          </a:p>
        </p:txBody>
      </p:sp>
      <p:sp>
        <p:nvSpPr>
          <p:cNvPr id="18" name="Caption title 2">
            <a:extLst>
              <a:ext uri="{FF2B5EF4-FFF2-40B4-BE49-F238E27FC236}">
                <a16:creationId xmlns:a16="http://schemas.microsoft.com/office/drawing/2014/main" id="{37B009BF-A798-03A6-5710-E2A17AC5A8F9}"/>
              </a:ext>
            </a:extLst>
          </p:cNvPr>
          <p:cNvSpPr>
            <a:spLocks noGrp="1"/>
          </p:cNvSpPr>
          <p:nvPr>
            <p:ph type="body" sz="quarter" idx="14" hasCustomPrompt="1"/>
          </p:nvPr>
        </p:nvSpPr>
        <p:spPr>
          <a:xfrm>
            <a:off x="6360081" y="3320966"/>
            <a:ext cx="5037837" cy="216068"/>
          </a:xfrm>
          <a:prstGeom prst="rect">
            <a:avLst/>
          </a:prstGeom>
        </p:spPr>
        <p:txBody>
          <a:bodyPr lIns="0" tIns="0" rIns="0" bIns="0">
            <a:noAutofit/>
          </a:bodyPr>
          <a:lstStyle>
            <a:lvl1pPr marL="0" indent="0">
              <a:buNone/>
              <a:defRPr sz="1800" b="1" i="0" baseline="0">
                <a:latin typeface="TD Graphik Medium" panose="020B0503030202060203" pitchFamily="34" charset="77"/>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CA" sz="1600" b="1" i="0">
                <a:solidFill>
                  <a:srgbClr val="1C1C1C"/>
                </a:solidFill>
                <a:latin typeface="TD Graphik Medium" panose="020B0503030202060203" pitchFamily="34" charset="77"/>
              </a:rPr>
              <a:t>Caption title here</a:t>
            </a:r>
          </a:p>
        </p:txBody>
      </p:sp>
      <p:sp>
        <p:nvSpPr>
          <p:cNvPr id="10" name="Caption copy 2">
            <a:extLst>
              <a:ext uri="{FF2B5EF4-FFF2-40B4-BE49-F238E27FC236}">
                <a16:creationId xmlns:a16="http://schemas.microsoft.com/office/drawing/2014/main" id="{6A0DDCB9-39BA-F1F0-B456-5AFC4CE59D40}"/>
              </a:ext>
            </a:extLst>
          </p:cNvPr>
          <p:cNvSpPr>
            <a:spLocks noGrp="1"/>
          </p:cNvSpPr>
          <p:nvPr>
            <p:ph type="body" sz="quarter" idx="17" hasCustomPrompt="1"/>
          </p:nvPr>
        </p:nvSpPr>
        <p:spPr>
          <a:xfrm>
            <a:off x="6377920" y="3767082"/>
            <a:ext cx="5052727" cy="2003455"/>
          </a:xfrm>
          <a:prstGeom prst="rect">
            <a:avLst/>
          </a:prstGeom>
        </p:spPr>
        <p:txBody>
          <a:bodyPr lIns="0" tIns="0" rIns="0" bIns="0">
            <a:noAutofit/>
          </a:bodyPr>
          <a:lstStyle>
            <a:lvl1pPr marL="0" indent="0">
              <a:lnSpc>
                <a:spcPts val="2320"/>
              </a:lnSpc>
              <a:spcBef>
                <a:spcPts val="0"/>
              </a:spcBef>
              <a:buNone/>
              <a:defRPr sz="1600" b="0" i="0">
                <a:latin typeface="TD Graphik Semilight" panose="020B0503030202060203" pitchFamily="34" charset="77"/>
              </a:defRPr>
            </a:lvl1pPr>
          </a:lstStyle>
          <a:p>
            <a:pPr lvl="0"/>
            <a:r>
              <a:rPr lang="en-CA" sz="1600"/>
              <a:t>Class </a:t>
            </a:r>
            <a:r>
              <a:rPr lang="en-CA" sz="1600" err="1"/>
              <a:t>aptent</a:t>
            </a:r>
            <a:r>
              <a:rPr lang="en-CA" sz="1600"/>
              <a:t> </a:t>
            </a:r>
            <a:r>
              <a:rPr lang="en-CA" sz="1600" err="1"/>
              <a:t>taciti</a:t>
            </a:r>
            <a:r>
              <a:rPr lang="en-CA" sz="1600"/>
              <a:t> </a:t>
            </a:r>
            <a:r>
              <a:rPr lang="en-CA" sz="1600" err="1"/>
              <a:t>sociosqu</a:t>
            </a:r>
            <a:r>
              <a:rPr lang="en-CA" sz="1600"/>
              <a:t> ad </a:t>
            </a:r>
            <a:r>
              <a:rPr lang="en-CA" sz="1600" err="1"/>
              <a:t>litora</a:t>
            </a:r>
            <a:r>
              <a:rPr lang="en-CA" sz="1600"/>
              <a:t> </a:t>
            </a:r>
            <a:r>
              <a:rPr lang="en-CA" sz="1600" err="1"/>
              <a:t>torquent</a:t>
            </a:r>
            <a:r>
              <a:rPr lang="en-CA" sz="1600"/>
              <a:t> per </a:t>
            </a:r>
            <a:r>
              <a:rPr lang="en-CA" sz="1600" err="1"/>
              <a:t>conubia</a:t>
            </a:r>
            <a:r>
              <a:rPr lang="en-CA" sz="1600"/>
              <a:t> nostra, per </a:t>
            </a:r>
            <a:r>
              <a:rPr lang="en-CA" sz="1600" err="1"/>
              <a:t>inceptos</a:t>
            </a:r>
            <a:r>
              <a:rPr lang="en-CA" sz="1600"/>
              <a:t> </a:t>
            </a:r>
            <a:r>
              <a:rPr lang="en-CA" sz="1600" err="1"/>
              <a:t>himenaeos</a:t>
            </a:r>
            <a:r>
              <a:rPr lang="en-CA" sz="1600"/>
              <a:t>. 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 </a:t>
            </a:r>
            <a:r>
              <a:rPr lang="en-CA" sz="1600" err="1"/>
              <a:t>egestas</a:t>
            </a:r>
            <a:r>
              <a:rPr lang="en-CA" sz="1600"/>
              <a:t>. </a:t>
            </a:r>
            <a:r>
              <a:rPr lang="en-CA" sz="1600" err="1"/>
              <a:t>Himenaeos</a:t>
            </a:r>
            <a:r>
              <a:rPr lang="en-CA" sz="1600"/>
              <a:t>. Morbi at </a:t>
            </a:r>
            <a:r>
              <a:rPr lang="en-CA" sz="1600" err="1"/>
              <a:t>risus</a:t>
            </a:r>
            <a:r>
              <a:rPr lang="en-CA" sz="1600"/>
              <a:t> a </a:t>
            </a:r>
            <a:r>
              <a:rPr lang="en-CA" sz="1600" err="1"/>
              <a:t>augue</a:t>
            </a:r>
            <a:r>
              <a:rPr lang="en-CA" sz="1600"/>
              <a:t> gravida </a:t>
            </a:r>
            <a:r>
              <a:rPr lang="en-CA" sz="1600" err="1"/>
              <a:t>elementum</a:t>
            </a:r>
            <a:r>
              <a:rPr lang="en-CA" sz="1600"/>
              <a:t>. Class </a:t>
            </a:r>
            <a:r>
              <a:rPr lang="en-CA" sz="1600" err="1"/>
              <a:t>aptent</a:t>
            </a:r>
            <a:r>
              <a:rPr lang="en-CA" sz="1600"/>
              <a:t> </a:t>
            </a:r>
            <a:r>
              <a:rPr lang="en-CA" sz="1600" err="1"/>
              <a:t>taciti</a:t>
            </a:r>
            <a:r>
              <a:rPr lang="en-CA" sz="1600"/>
              <a:t>. 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 </a:t>
            </a:r>
            <a:r>
              <a:rPr lang="en-CA" sz="1600" err="1"/>
              <a:t>egestas</a:t>
            </a:r>
            <a:r>
              <a:rPr lang="en-CA" sz="1600"/>
              <a:t>.</a:t>
            </a:r>
            <a:endParaRPr lang="en-US"/>
          </a:p>
        </p:txBody>
      </p:sp>
      <p:sp>
        <p:nvSpPr>
          <p:cNvPr id="11" name="Page Number">
            <a:extLst>
              <a:ext uri="{FF2B5EF4-FFF2-40B4-BE49-F238E27FC236}">
                <a16:creationId xmlns:a16="http://schemas.microsoft.com/office/drawing/2014/main" id="{54CACBE6-FE04-1BC6-56FE-1CCA9F8FA2C0}"/>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rgbClr val="1C1C1C"/>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rgbClr val="1C1C1C"/>
              </a:solidFill>
            </a:endParaRPr>
          </a:p>
        </p:txBody>
      </p:sp>
      <p:sp>
        <p:nvSpPr>
          <p:cNvPr id="12" name="Footer">
            <a:extLst>
              <a:ext uri="{FF2B5EF4-FFF2-40B4-BE49-F238E27FC236}">
                <a16:creationId xmlns:a16="http://schemas.microsoft.com/office/drawing/2014/main" id="{3B4A2C8B-00D0-E2A4-453E-2436CA19F7DF}"/>
              </a:ext>
            </a:extLst>
          </p:cNvPr>
          <p:cNvSpPr>
            <a:spLocks noGrp="1"/>
          </p:cNvSpPr>
          <p:nvPr>
            <p:ph type="ftr" sz="quarter" idx="3"/>
          </p:nvPr>
        </p:nvSpPr>
        <p:spPr>
          <a:xfrm>
            <a:off x="33496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pic>
        <p:nvPicPr>
          <p:cNvPr id="15" name="TD Shield">
            <a:extLst>
              <a:ext uri="{FF2B5EF4-FFF2-40B4-BE49-F238E27FC236}">
                <a16:creationId xmlns:a16="http://schemas.microsoft.com/office/drawing/2014/main" id="{17EEB22F-003A-D89C-DECD-EE70A406067D}"/>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7224877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 - Subject title with four caption layout">
    <p:bg>
      <p:bgPr>
        <a:solidFill>
          <a:srgbClr val="FFFFFF"/>
        </a:solidFill>
        <a:effectLst/>
      </p:bgPr>
    </p:bg>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829FD0BF-85FE-AA45-EAA0-B73AF9D5B042}"/>
              </a:ext>
            </a:extLst>
          </p:cNvPr>
          <p:cNvSpPr>
            <a:spLocks noGrp="1"/>
          </p:cNvSpPr>
          <p:nvPr>
            <p:ph type="ctrTitle" hasCustomPrompt="1"/>
          </p:nvPr>
        </p:nvSpPr>
        <p:spPr>
          <a:xfrm>
            <a:off x="792666" y="780257"/>
            <a:ext cx="6459107" cy="358041"/>
          </a:xfrm>
          <a:prstGeom prst="rect">
            <a:avLst/>
          </a:prstGeom>
        </p:spPr>
        <p:txBody>
          <a:bodyPr lIns="0" tIns="0" rIns="0" bIns="36000" anchor="t" anchorCtr="0">
            <a:noAutofit/>
          </a:bodyPr>
          <a:lstStyle>
            <a:lvl1pPr algn="l">
              <a:defRPr sz="2800" b="1" i="0">
                <a:solidFill>
                  <a:srgbClr val="008A00"/>
                </a:solidFill>
                <a:latin typeface="TD Graphik Semibold" panose="020B0503030202060203" pitchFamily="34" charset="77"/>
              </a:defRPr>
            </a:lvl1pPr>
          </a:lstStyle>
          <a:p>
            <a:r>
              <a:rPr lang="en-US"/>
              <a:t>Insert slide title here</a:t>
            </a:r>
          </a:p>
        </p:txBody>
      </p:sp>
      <p:sp>
        <p:nvSpPr>
          <p:cNvPr id="23" name="Header">
            <a:extLst>
              <a:ext uri="{FF2B5EF4-FFF2-40B4-BE49-F238E27FC236}">
                <a16:creationId xmlns:a16="http://schemas.microsoft.com/office/drawing/2014/main" id="{90727ED6-F49A-A98B-811F-0E6069C2D6E7}"/>
              </a:ext>
            </a:extLst>
          </p:cNvPr>
          <p:cNvSpPr>
            <a:spLocks noGrp="1"/>
          </p:cNvSpPr>
          <p:nvPr>
            <p:ph type="body" sz="quarter" idx="11" hasCustomPrompt="1"/>
          </p:nvPr>
        </p:nvSpPr>
        <p:spPr>
          <a:xfrm>
            <a:off x="782638" y="2160905"/>
            <a:ext cx="10173682" cy="432462"/>
          </a:xfrm>
          <a:prstGeom prst="rect">
            <a:avLst/>
          </a:prstGeom>
        </p:spPr>
        <p:txBody>
          <a:bodyPr lIns="0" tIns="0" rIns="0" bIns="0">
            <a:noAutofit/>
          </a:bodyPr>
          <a:lstStyle>
            <a:lvl1pPr marL="0" indent="0">
              <a:buNone/>
              <a:defRPr sz="4000" b="0" i="0" baseline="0">
                <a:latin typeface="TD Graphik Semilight" panose="020B0503030202060203" pitchFamily="34"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CA" sz="3600" b="1" i="0">
                <a:latin typeface="TD Graphik Medium" panose="020B0503030202060203" pitchFamily="34" charset="77"/>
              </a:rPr>
              <a:t>Insert subject title.</a:t>
            </a:r>
            <a:endParaRPr lang="en-CA" sz="3600" b="0" i="0">
              <a:solidFill>
                <a:srgbClr val="1C1C1C"/>
              </a:solidFill>
              <a:latin typeface="TD Graphik Regular" panose="020B0503030202060203" pitchFamily="34" charset="77"/>
            </a:endParaRPr>
          </a:p>
        </p:txBody>
      </p:sp>
      <p:sp>
        <p:nvSpPr>
          <p:cNvPr id="27" name="Caption Title 1">
            <a:extLst>
              <a:ext uri="{FF2B5EF4-FFF2-40B4-BE49-F238E27FC236}">
                <a16:creationId xmlns:a16="http://schemas.microsoft.com/office/drawing/2014/main" id="{93AF73A9-86AE-74EB-D4DB-353064FFCE98}"/>
              </a:ext>
            </a:extLst>
          </p:cNvPr>
          <p:cNvSpPr>
            <a:spLocks noGrp="1"/>
          </p:cNvSpPr>
          <p:nvPr>
            <p:ph type="body" sz="quarter" idx="22" hasCustomPrompt="1"/>
          </p:nvPr>
        </p:nvSpPr>
        <p:spPr>
          <a:xfrm>
            <a:off x="782638" y="3073022"/>
            <a:ext cx="4396369" cy="226109"/>
          </a:xfrm>
          <a:prstGeom prst="rect">
            <a:avLst/>
          </a:prstGeom>
        </p:spPr>
        <p:txBody>
          <a:bodyPr lIns="0" tIns="0" rIns="0" bIns="0">
            <a:noAutofit/>
          </a:bodyPr>
          <a:lstStyle>
            <a:lvl1pPr marL="0" indent="0">
              <a:buNone/>
              <a:defRPr sz="1600" b="1" i="0">
                <a:solidFill>
                  <a:srgbClr val="1C1C1C"/>
                </a:solidFill>
                <a:latin typeface="TD Graphik Medium" panose="020B0503030202060203" pitchFamily="34" charset="77"/>
              </a:defRPr>
            </a:lvl1pPr>
            <a:lvl2pPr>
              <a:defRPr sz="1600" b="1" i="0">
                <a:latin typeface="TD Graphik Medium" panose="020B0503030202060203" pitchFamily="34" charset="77"/>
              </a:defRPr>
            </a:lvl2pPr>
            <a:lvl3pPr>
              <a:defRPr sz="1600" b="1" i="0">
                <a:latin typeface="TD Graphik Medium" panose="020B0503030202060203" pitchFamily="34" charset="77"/>
              </a:defRPr>
            </a:lvl3pPr>
            <a:lvl4pPr>
              <a:defRPr sz="1600" b="1" i="0">
                <a:latin typeface="TD Graphik Medium" panose="020B0503030202060203" pitchFamily="34" charset="77"/>
              </a:defRPr>
            </a:lvl4pPr>
            <a:lvl5pPr>
              <a:defRPr sz="1600" b="1" i="0">
                <a:latin typeface="TD Graphik Medium" panose="020B0503030202060203" pitchFamily="34" charset="77"/>
              </a:defRPr>
            </a:lvl5pPr>
          </a:lstStyle>
          <a:p>
            <a:pPr lvl="0"/>
            <a:r>
              <a:rPr lang="en-US"/>
              <a:t>Insert caption here</a:t>
            </a:r>
          </a:p>
        </p:txBody>
      </p:sp>
      <p:sp>
        <p:nvSpPr>
          <p:cNvPr id="18" name="Caption copy 1">
            <a:extLst>
              <a:ext uri="{FF2B5EF4-FFF2-40B4-BE49-F238E27FC236}">
                <a16:creationId xmlns:a16="http://schemas.microsoft.com/office/drawing/2014/main" id="{B43ACED7-53CB-73BF-6864-A6D7C30FC560}"/>
              </a:ext>
            </a:extLst>
          </p:cNvPr>
          <p:cNvSpPr>
            <a:spLocks noGrp="1"/>
          </p:cNvSpPr>
          <p:nvPr>
            <p:ph type="body" sz="quarter" idx="33" hasCustomPrompt="1"/>
          </p:nvPr>
        </p:nvSpPr>
        <p:spPr>
          <a:xfrm>
            <a:off x="782634" y="3455617"/>
            <a:ext cx="4396369" cy="943797"/>
          </a:xfrm>
          <a:prstGeom prst="rect">
            <a:avLst/>
          </a:prstGeom>
        </p:spPr>
        <p:txBody>
          <a:bodyPr lIns="0" tIns="0" rIns="0" bIns="0">
            <a:noAutofit/>
          </a:bodyPr>
          <a:lstStyle>
            <a:lvl1pPr marL="0" indent="0">
              <a:lnSpc>
                <a:spcPts val="2320"/>
              </a:lnSpc>
              <a:spcBef>
                <a:spcPts val="0"/>
              </a:spcBef>
              <a:buNone/>
              <a:defRPr sz="1600" b="0" i="0">
                <a:solidFill>
                  <a:srgbClr val="1C1C1C"/>
                </a:solidFill>
                <a:latin typeface="TD Graphik Semilight" panose="020B0503030202060203" pitchFamily="34" charset="77"/>
              </a:defRPr>
            </a:lvl1pPr>
          </a:lstStyle>
          <a:p>
            <a:pPr lvl="0"/>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a:t>
            </a:r>
            <a:r>
              <a:rPr lang="en-US" sz="1600" b="0" i="0">
                <a:solidFill>
                  <a:schemeClr val="bg1"/>
                </a:solidFill>
                <a:latin typeface="TD Graphik Semilight" pitchFamily="34" charset="0"/>
                <a:ea typeface="TD Graphik Semilight" pitchFamily="34" charset="-122"/>
                <a:cs typeface="TD Graphik Semilight" pitchFamily="34" charset="-120"/>
              </a:rPr>
              <a:t>.</a:t>
            </a:r>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endParaRPr lang="en-US"/>
          </a:p>
        </p:txBody>
      </p:sp>
      <p:sp>
        <p:nvSpPr>
          <p:cNvPr id="29" name="Caption Title 2">
            <a:extLst>
              <a:ext uri="{FF2B5EF4-FFF2-40B4-BE49-F238E27FC236}">
                <a16:creationId xmlns:a16="http://schemas.microsoft.com/office/drawing/2014/main" id="{72FA8EB8-D696-B710-4D6D-B3F109B68181}"/>
              </a:ext>
            </a:extLst>
          </p:cNvPr>
          <p:cNvSpPr>
            <a:spLocks noGrp="1"/>
          </p:cNvSpPr>
          <p:nvPr>
            <p:ph type="body" sz="quarter" idx="24" hasCustomPrompt="1"/>
          </p:nvPr>
        </p:nvSpPr>
        <p:spPr>
          <a:xfrm>
            <a:off x="782637" y="4738886"/>
            <a:ext cx="4396369" cy="226109"/>
          </a:xfrm>
          <a:prstGeom prst="rect">
            <a:avLst/>
          </a:prstGeom>
        </p:spPr>
        <p:txBody>
          <a:bodyPr lIns="0" tIns="0" rIns="0" bIns="0">
            <a:noAutofit/>
          </a:bodyPr>
          <a:lstStyle>
            <a:lvl1pPr marL="0" indent="0">
              <a:buNone/>
              <a:defRPr sz="1600" b="1" i="0">
                <a:solidFill>
                  <a:srgbClr val="1C1C1C"/>
                </a:solidFill>
                <a:latin typeface="TD Graphik Medium" panose="020B0503030202060203" pitchFamily="34" charset="77"/>
              </a:defRPr>
            </a:lvl1pPr>
            <a:lvl2pPr>
              <a:defRPr sz="1600" b="1" i="0">
                <a:latin typeface="TD Graphik Medium" panose="020B0503030202060203" pitchFamily="34" charset="77"/>
              </a:defRPr>
            </a:lvl2pPr>
            <a:lvl3pPr>
              <a:defRPr sz="1600" b="1" i="0">
                <a:latin typeface="TD Graphik Medium" panose="020B0503030202060203" pitchFamily="34" charset="77"/>
              </a:defRPr>
            </a:lvl3pPr>
            <a:lvl4pPr>
              <a:defRPr sz="1600" b="1" i="0">
                <a:latin typeface="TD Graphik Medium" panose="020B0503030202060203" pitchFamily="34" charset="77"/>
              </a:defRPr>
            </a:lvl4pPr>
            <a:lvl5pPr>
              <a:defRPr sz="1600" b="1" i="0">
                <a:latin typeface="TD Graphik Medium" panose="020B0503030202060203" pitchFamily="34" charset="77"/>
              </a:defRPr>
            </a:lvl5pPr>
          </a:lstStyle>
          <a:p>
            <a:pPr lvl="0"/>
            <a:r>
              <a:rPr lang="en-US"/>
              <a:t>Insert caption here</a:t>
            </a:r>
          </a:p>
        </p:txBody>
      </p:sp>
      <p:sp>
        <p:nvSpPr>
          <p:cNvPr id="21" name="Caption copy 2">
            <a:extLst>
              <a:ext uri="{FF2B5EF4-FFF2-40B4-BE49-F238E27FC236}">
                <a16:creationId xmlns:a16="http://schemas.microsoft.com/office/drawing/2014/main" id="{579C7023-D23B-1671-D408-8EC6E9B22141}"/>
              </a:ext>
            </a:extLst>
          </p:cNvPr>
          <p:cNvSpPr>
            <a:spLocks noGrp="1"/>
          </p:cNvSpPr>
          <p:nvPr>
            <p:ph type="body" sz="quarter" idx="35" hasCustomPrompt="1"/>
          </p:nvPr>
        </p:nvSpPr>
        <p:spPr>
          <a:xfrm>
            <a:off x="782633" y="5133946"/>
            <a:ext cx="4396369" cy="943797"/>
          </a:xfrm>
          <a:prstGeom prst="rect">
            <a:avLst/>
          </a:prstGeom>
        </p:spPr>
        <p:txBody>
          <a:bodyPr lIns="0" tIns="0" rIns="0" bIns="0">
            <a:noAutofit/>
          </a:bodyPr>
          <a:lstStyle>
            <a:lvl1pPr marL="0" indent="0">
              <a:lnSpc>
                <a:spcPts val="2320"/>
              </a:lnSpc>
              <a:spcBef>
                <a:spcPts val="0"/>
              </a:spcBef>
              <a:buNone/>
              <a:defRPr sz="1600" b="0" i="0">
                <a:solidFill>
                  <a:srgbClr val="1C1C1C"/>
                </a:solidFill>
                <a:latin typeface="TD Graphik Semilight" panose="020B0503030202060203" pitchFamily="34" charset="77"/>
              </a:defRPr>
            </a:lvl1pPr>
          </a:lstStyle>
          <a:p>
            <a:pPr lvl="0"/>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a:t>
            </a:r>
            <a:r>
              <a:rPr lang="en-US" sz="1600" b="0" i="0">
                <a:solidFill>
                  <a:schemeClr val="bg1"/>
                </a:solidFill>
                <a:latin typeface="TD Graphik Semilight" pitchFamily="34" charset="0"/>
                <a:ea typeface="TD Graphik Semilight" pitchFamily="34" charset="-122"/>
                <a:cs typeface="TD Graphik Semilight" pitchFamily="34" charset="-120"/>
              </a:rPr>
              <a:t>.</a:t>
            </a:r>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endParaRPr lang="en-US"/>
          </a:p>
        </p:txBody>
      </p:sp>
      <p:sp>
        <p:nvSpPr>
          <p:cNvPr id="28" name="Caption Title 3">
            <a:extLst>
              <a:ext uri="{FF2B5EF4-FFF2-40B4-BE49-F238E27FC236}">
                <a16:creationId xmlns:a16="http://schemas.microsoft.com/office/drawing/2014/main" id="{0A8074B0-F97B-529B-F40F-162F2B31EE6E}"/>
              </a:ext>
            </a:extLst>
          </p:cNvPr>
          <p:cNvSpPr>
            <a:spLocks noGrp="1"/>
          </p:cNvSpPr>
          <p:nvPr>
            <p:ph type="body" sz="quarter" idx="23" hasCustomPrompt="1"/>
          </p:nvPr>
        </p:nvSpPr>
        <p:spPr>
          <a:xfrm>
            <a:off x="6559955" y="3065978"/>
            <a:ext cx="4396369" cy="226109"/>
          </a:xfrm>
          <a:prstGeom prst="rect">
            <a:avLst/>
          </a:prstGeom>
        </p:spPr>
        <p:txBody>
          <a:bodyPr lIns="0" tIns="0" rIns="0" bIns="0">
            <a:noAutofit/>
          </a:bodyPr>
          <a:lstStyle>
            <a:lvl1pPr marL="0" indent="0">
              <a:buNone/>
              <a:defRPr sz="1600" b="1" i="0">
                <a:solidFill>
                  <a:srgbClr val="1C1C1C"/>
                </a:solidFill>
                <a:latin typeface="TD Graphik Medium" panose="020B0503030202060203" pitchFamily="34" charset="77"/>
              </a:defRPr>
            </a:lvl1pPr>
            <a:lvl2pPr>
              <a:defRPr sz="1600" b="1" i="0">
                <a:latin typeface="TD Graphik Medium" panose="020B0503030202060203" pitchFamily="34" charset="77"/>
              </a:defRPr>
            </a:lvl2pPr>
            <a:lvl3pPr>
              <a:defRPr sz="1600" b="1" i="0">
                <a:latin typeface="TD Graphik Medium" panose="020B0503030202060203" pitchFamily="34" charset="77"/>
              </a:defRPr>
            </a:lvl3pPr>
            <a:lvl4pPr>
              <a:defRPr sz="1600" b="1" i="0">
                <a:latin typeface="TD Graphik Medium" panose="020B0503030202060203" pitchFamily="34" charset="77"/>
              </a:defRPr>
            </a:lvl4pPr>
            <a:lvl5pPr>
              <a:defRPr sz="1600" b="1" i="0">
                <a:latin typeface="TD Graphik Medium" panose="020B0503030202060203" pitchFamily="34" charset="77"/>
              </a:defRPr>
            </a:lvl5pPr>
          </a:lstStyle>
          <a:p>
            <a:pPr lvl="0"/>
            <a:r>
              <a:rPr lang="en-US"/>
              <a:t>Insert caption here</a:t>
            </a:r>
          </a:p>
        </p:txBody>
      </p:sp>
      <p:sp>
        <p:nvSpPr>
          <p:cNvPr id="20" name="Caption copy 3">
            <a:extLst>
              <a:ext uri="{FF2B5EF4-FFF2-40B4-BE49-F238E27FC236}">
                <a16:creationId xmlns:a16="http://schemas.microsoft.com/office/drawing/2014/main" id="{7016D026-0FAE-4794-0A33-6BC1F4A894BD}"/>
              </a:ext>
            </a:extLst>
          </p:cNvPr>
          <p:cNvSpPr>
            <a:spLocks noGrp="1"/>
          </p:cNvSpPr>
          <p:nvPr>
            <p:ph type="body" sz="quarter" idx="34" hasCustomPrompt="1"/>
          </p:nvPr>
        </p:nvSpPr>
        <p:spPr>
          <a:xfrm>
            <a:off x="6559952" y="3455617"/>
            <a:ext cx="4396369" cy="943797"/>
          </a:xfrm>
          <a:prstGeom prst="rect">
            <a:avLst/>
          </a:prstGeom>
        </p:spPr>
        <p:txBody>
          <a:bodyPr lIns="0" tIns="0" rIns="0" bIns="0">
            <a:noAutofit/>
          </a:bodyPr>
          <a:lstStyle>
            <a:lvl1pPr marL="0" indent="0">
              <a:lnSpc>
                <a:spcPts val="2320"/>
              </a:lnSpc>
              <a:spcBef>
                <a:spcPts val="0"/>
              </a:spcBef>
              <a:buNone/>
              <a:defRPr sz="1600" b="0" i="0">
                <a:solidFill>
                  <a:srgbClr val="1C1C1C"/>
                </a:solidFill>
                <a:latin typeface="TD Graphik Semilight" panose="020B0503030202060203" pitchFamily="34" charset="77"/>
              </a:defRPr>
            </a:lvl1pPr>
          </a:lstStyle>
          <a:p>
            <a:pPr lvl="0"/>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a:t>
            </a:r>
            <a:r>
              <a:rPr lang="en-US" sz="1600" b="0" i="0">
                <a:solidFill>
                  <a:schemeClr val="bg1"/>
                </a:solidFill>
                <a:latin typeface="TD Graphik Semilight" pitchFamily="34" charset="0"/>
                <a:ea typeface="TD Graphik Semilight" pitchFamily="34" charset="-122"/>
                <a:cs typeface="TD Graphik Semilight" pitchFamily="34" charset="-120"/>
              </a:rPr>
              <a:t>.</a:t>
            </a:r>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endParaRPr lang="en-US"/>
          </a:p>
        </p:txBody>
      </p:sp>
      <p:sp>
        <p:nvSpPr>
          <p:cNvPr id="30" name="Caption Title 4">
            <a:extLst>
              <a:ext uri="{FF2B5EF4-FFF2-40B4-BE49-F238E27FC236}">
                <a16:creationId xmlns:a16="http://schemas.microsoft.com/office/drawing/2014/main" id="{7912DD3E-95CD-8591-7EE8-C554E69C5D24}"/>
              </a:ext>
            </a:extLst>
          </p:cNvPr>
          <p:cNvSpPr>
            <a:spLocks noGrp="1"/>
          </p:cNvSpPr>
          <p:nvPr>
            <p:ph type="body" sz="quarter" idx="25" hasCustomPrompt="1"/>
          </p:nvPr>
        </p:nvSpPr>
        <p:spPr>
          <a:xfrm>
            <a:off x="6559954" y="4738886"/>
            <a:ext cx="4396369" cy="226109"/>
          </a:xfrm>
          <a:prstGeom prst="rect">
            <a:avLst/>
          </a:prstGeom>
        </p:spPr>
        <p:txBody>
          <a:bodyPr lIns="0" tIns="0" rIns="0" bIns="0">
            <a:noAutofit/>
          </a:bodyPr>
          <a:lstStyle>
            <a:lvl1pPr marL="0" indent="0">
              <a:buNone/>
              <a:defRPr sz="1600" b="1" i="0">
                <a:solidFill>
                  <a:srgbClr val="1C1C1C"/>
                </a:solidFill>
                <a:latin typeface="TD Graphik Medium" panose="020B0503030202060203" pitchFamily="34" charset="77"/>
              </a:defRPr>
            </a:lvl1pPr>
            <a:lvl2pPr>
              <a:defRPr sz="1600" b="1" i="0">
                <a:latin typeface="TD Graphik Medium" panose="020B0503030202060203" pitchFamily="34" charset="77"/>
              </a:defRPr>
            </a:lvl2pPr>
            <a:lvl3pPr>
              <a:defRPr sz="1600" b="1" i="0">
                <a:latin typeface="TD Graphik Medium" panose="020B0503030202060203" pitchFamily="34" charset="77"/>
              </a:defRPr>
            </a:lvl3pPr>
            <a:lvl4pPr>
              <a:defRPr sz="1600" b="1" i="0">
                <a:latin typeface="TD Graphik Medium" panose="020B0503030202060203" pitchFamily="34" charset="77"/>
              </a:defRPr>
            </a:lvl4pPr>
            <a:lvl5pPr>
              <a:defRPr sz="1600" b="1" i="0">
                <a:latin typeface="TD Graphik Medium" panose="020B0503030202060203" pitchFamily="34" charset="77"/>
              </a:defRPr>
            </a:lvl5pPr>
          </a:lstStyle>
          <a:p>
            <a:pPr lvl="0"/>
            <a:r>
              <a:rPr lang="en-US"/>
              <a:t>Insert caption here</a:t>
            </a:r>
          </a:p>
        </p:txBody>
      </p:sp>
      <p:sp>
        <p:nvSpPr>
          <p:cNvPr id="22" name="Caption Title 5">
            <a:extLst>
              <a:ext uri="{FF2B5EF4-FFF2-40B4-BE49-F238E27FC236}">
                <a16:creationId xmlns:a16="http://schemas.microsoft.com/office/drawing/2014/main" id="{BE6F394A-47C0-2CD7-2F66-510E2D3EC64E}"/>
              </a:ext>
            </a:extLst>
          </p:cNvPr>
          <p:cNvSpPr>
            <a:spLocks noGrp="1"/>
          </p:cNvSpPr>
          <p:nvPr>
            <p:ph type="body" sz="quarter" idx="36" hasCustomPrompt="1"/>
          </p:nvPr>
        </p:nvSpPr>
        <p:spPr>
          <a:xfrm>
            <a:off x="6559951" y="5133945"/>
            <a:ext cx="4396369" cy="943797"/>
          </a:xfrm>
          <a:prstGeom prst="rect">
            <a:avLst/>
          </a:prstGeom>
        </p:spPr>
        <p:txBody>
          <a:bodyPr lIns="0" tIns="0" rIns="0" bIns="0">
            <a:noAutofit/>
          </a:bodyPr>
          <a:lstStyle>
            <a:lvl1pPr marL="0" indent="0">
              <a:lnSpc>
                <a:spcPts val="2320"/>
              </a:lnSpc>
              <a:spcBef>
                <a:spcPts val="0"/>
              </a:spcBef>
              <a:buNone/>
              <a:defRPr sz="1600" b="0" i="0">
                <a:solidFill>
                  <a:srgbClr val="1C1C1C"/>
                </a:solidFill>
                <a:latin typeface="TD Graphik Semilight" panose="020B0503030202060203" pitchFamily="34" charset="77"/>
              </a:defRPr>
            </a:lvl1pPr>
          </a:lstStyle>
          <a:p>
            <a:pPr lvl="0"/>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a:t>
            </a:r>
            <a:r>
              <a:rPr lang="en-US" sz="1600" b="0" i="0">
                <a:solidFill>
                  <a:schemeClr val="bg1"/>
                </a:solidFill>
                <a:latin typeface="TD Graphik Semilight" pitchFamily="34" charset="0"/>
                <a:ea typeface="TD Graphik Semilight" pitchFamily="34" charset="-122"/>
                <a:cs typeface="TD Graphik Semilight" pitchFamily="34" charset="-120"/>
              </a:rPr>
              <a:t>.</a:t>
            </a:r>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endParaRPr lang="en-US"/>
          </a:p>
        </p:txBody>
      </p:sp>
      <p:sp>
        <p:nvSpPr>
          <p:cNvPr id="16" name="Footer">
            <a:extLst>
              <a:ext uri="{FF2B5EF4-FFF2-40B4-BE49-F238E27FC236}">
                <a16:creationId xmlns:a16="http://schemas.microsoft.com/office/drawing/2014/main" id="{0FD5D203-8663-92CD-F86F-D9286CDAEBF9}"/>
              </a:ext>
            </a:extLst>
          </p:cNvPr>
          <p:cNvSpPr>
            <a:spLocks noGrp="1"/>
          </p:cNvSpPr>
          <p:nvPr>
            <p:ph type="ftr" sz="quarter" idx="3"/>
          </p:nvPr>
        </p:nvSpPr>
        <p:spPr>
          <a:xfrm>
            <a:off x="33496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sp>
        <p:nvSpPr>
          <p:cNvPr id="15" name="Page Number">
            <a:extLst>
              <a:ext uri="{FF2B5EF4-FFF2-40B4-BE49-F238E27FC236}">
                <a16:creationId xmlns:a16="http://schemas.microsoft.com/office/drawing/2014/main" id="{57D38C7E-6708-B69A-CAE5-FF3B58014133}"/>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rgbClr val="1C1C1C"/>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rgbClr val="1C1C1C"/>
              </a:solidFill>
            </a:endParaRPr>
          </a:p>
        </p:txBody>
      </p:sp>
      <p:pic>
        <p:nvPicPr>
          <p:cNvPr id="17" name="TD Shield">
            <a:extLst>
              <a:ext uri="{FF2B5EF4-FFF2-40B4-BE49-F238E27FC236}">
                <a16:creationId xmlns:a16="http://schemas.microsoft.com/office/drawing/2014/main" id="{EA657CAD-A88F-8B5D-D436-83E084771926}"/>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26146770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lumn - Compare &amp; Contrast Green box on left, white on right">
    <p:bg>
      <p:bgPr>
        <a:solidFill>
          <a:srgbClr val="F6FAF0"/>
        </a:solidFill>
        <a:effectLst/>
      </p:bgPr>
    </p:bg>
    <p:spTree>
      <p:nvGrpSpPr>
        <p:cNvPr id="1" name=""/>
        <p:cNvGrpSpPr/>
        <p:nvPr/>
      </p:nvGrpSpPr>
      <p:grpSpPr>
        <a:xfrm>
          <a:off x="0" y="0"/>
          <a:ext cx="0" cy="0"/>
          <a:chOff x="0" y="0"/>
          <a:chExt cx="0" cy="0"/>
        </a:xfrm>
      </p:grpSpPr>
      <p:sp>
        <p:nvSpPr>
          <p:cNvPr id="30" name="Green rectangle">
            <a:extLst>
              <a:ext uri="{FF2B5EF4-FFF2-40B4-BE49-F238E27FC236}">
                <a16:creationId xmlns:a16="http://schemas.microsoft.com/office/drawing/2014/main" id="{9D9F779C-458F-6AC7-EF6C-B3E47981B59D}"/>
              </a:ext>
            </a:extLst>
          </p:cNvPr>
          <p:cNvSpPr/>
          <p:nvPr userDrawn="1"/>
        </p:nvSpPr>
        <p:spPr>
          <a:xfrm>
            <a:off x="0" y="0"/>
            <a:ext cx="6096000" cy="6858000"/>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1" name="Header 1">
            <a:extLst>
              <a:ext uri="{FF2B5EF4-FFF2-40B4-BE49-F238E27FC236}">
                <a16:creationId xmlns:a16="http://schemas.microsoft.com/office/drawing/2014/main" id="{EB757BA5-AE2E-306E-5FD9-9CB6D7D4A7C9}"/>
              </a:ext>
            </a:extLst>
          </p:cNvPr>
          <p:cNvSpPr>
            <a:spLocks noGrp="1"/>
          </p:cNvSpPr>
          <p:nvPr>
            <p:ph type="body" sz="quarter" idx="10" hasCustomPrompt="1"/>
          </p:nvPr>
        </p:nvSpPr>
        <p:spPr>
          <a:xfrm>
            <a:off x="792666" y="2257164"/>
            <a:ext cx="4810465" cy="520883"/>
          </a:xfrm>
          <a:prstGeom prst="rect">
            <a:avLst/>
          </a:prstGeom>
        </p:spPr>
        <p:txBody>
          <a:bodyPr lIns="0" tIns="0" rIns="0" bIns="0">
            <a:noAutofit/>
          </a:bodyPr>
          <a:lstStyle>
            <a:lvl1pPr marL="0" indent="0">
              <a:buNone/>
              <a:defRPr sz="3600" b="1" i="0">
                <a:solidFill>
                  <a:schemeClr val="bg1"/>
                </a:solidFill>
                <a:latin typeface="TD Graphik Medium" panose="020B0503030202060203" pitchFamily="34"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CA" sz="3600" b="1" i="0">
                <a:latin typeface="TD Graphik Medium" panose="020B0503030202060203" pitchFamily="34" charset="77"/>
              </a:rPr>
              <a:t>Insert subject title.</a:t>
            </a:r>
            <a:endParaRPr lang="en-CA" sz="3600" b="0" i="0">
              <a:solidFill>
                <a:srgbClr val="1C1C1C"/>
              </a:solidFill>
              <a:latin typeface="TD Graphik Regular" panose="020B0503030202060203" pitchFamily="34" charset="77"/>
            </a:endParaRPr>
          </a:p>
        </p:txBody>
      </p:sp>
      <p:sp>
        <p:nvSpPr>
          <p:cNvPr id="3" name="Subhead 1">
            <a:extLst>
              <a:ext uri="{FF2B5EF4-FFF2-40B4-BE49-F238E27FC236}">
                <a16:creationId xmlns:a16="http://schemas.microsoft.com/office/drawing/2014/main" id="{D781DB5E-B3C5-2E5C-901E-A2E21580CB05}"/>
              </a:ext>
            </a:extLst>
          </p:cNvPr>
          <p:cNvSpPr>
            <a:spLocks noGrp="1"/>
          </p:cNvSpPr>
          <p:nvPr>
            <p:ph type="body" sz="quarter" idx="32" hasCustomPrompt="1"/>
          </p:nvPr>
        </p:nvSpPr>
        <p:spPr>
          <a:xfrm>
            <a:off x="792666" y="2939960"/>
            <a:ext cx="4810465" cy="297755"/>
          </a:xfrm>
          <a:prstGeom prst="rect">
            <a:avLst/>
          </a:prstGeom>
        </p:spPr>
        <p:txBody>
          <a:bodyPr lIns="0" tIns="0" rIns="0" bIns="0">
            <a:noAutofit/>
          </a:bodyPr>
          <a:lstStyle>
            <a:lvl1pPr marL="0" indent="0">
              <a:buNone/>
              <a:defRPr sz="1800" b="0" i="0">
                <a:solidFill>
                  <a:schemeClr val="bg1"/>
                </a:solidFill>
                <a:latin typeface="TD Graphik Semilight" panose="020B0503030202060203" pitchFamily="34" charset="77"/>
              </a:defRPr>
            </a:lvl1pPr>
            <a:lvl2pPr>
              <a:defRPr sz="1800" b="0" i="0">
                <a:solidFill>
                  <a:srgbClr val="1C1C1C"/>
                </a:solidFill>
                <a:latin typeface="TD Graphik Semilight" panose="020B0503030202060203" pitchFamily="34" charset="77"/>
              </a:defRPr>
            </a:lvl2pPr>
            <a:lvl3pPr>
              <a:defRPr sz="1800" b="0" i="0">
                <a:solidFill>
                  <a:srgbClr val="1C1C1C"/>
                </a:solidFill>
                <a:latin typeface="TD Graphik Semilight" panose="020B0503030202060203" pitchFamily="34" charset="77"/>
              </a:defRPr>
            </a:lvl3pPr>
            <a:lvl4pPr>
              <a:defRPr sz="1800" b="0" i="0">
                <a:solidFill>
                  <a:srgbClr val="1C1C1C"/>
                </a:solidFill>
                <a:latin typeface="TD Graphik Semilight" panose="020B0503030202060203" pitchFamily="34" charset="77"/>
              </a:defRPr>
            </a:lvl4pPr>
            <a:lvl5pPr>
              <a:defRPr sz="1800" b="0" i="0">
                <a:solidFill>
                  <a:srgbClr val="1C1C1C"/>
                </a:solidFill>
                <a:latin typeface="TD Graphik Semilight" panose="020B0503030202060203" pitchFamily="34" charset="77"/>
              </a:defRPr>
            </a:lvl5pPr>
          </a:lstStyle>
          <a:p>
            <a:pPr lvl="0"/>
            <a:r>
              <a:rPr lang="en-US"/>
              <a:t>Insert subhead here. </a:t>
            </a:r>
            <a:r>
              <a:rPr lang="fr-FR"/>
              <a:t>Insérer le sous-titre ici.</a:t>
            </a:r>
            <a:endParaRPr lang="en-US"/>
          </a:p>
        </p:txBody>
      </p:sp>
      <p:sp>
        <p:nvSpPr>
          <p:cNvPr id="26" name="Caption title 1">
            <a:extLst>
              <a:ext uri="{FF2B5EF4-FFF2-40B4-BE49-F238E27FC236}">
                <a16:creationId xmlns:a16="http://schemas.microsoft.com/office/drawing/2014/main" id="{13A12C5F-D409-5F34-44DF-5E417E922369}"/>
              </a:ext>
            </a:extLst>
          </p:cNvPr>
          <p:cNvSpPr>
            <a:spLocks noGrp="1"/>
          </p:cNvSpPr>
          <p:nvPr>
            <p:ph type="body" sz="quarter" idx="25" hasCustomPrompt="1"/>
          </p:nvPr>
        </p:nvSpPr>
        <p:spPr>
          <a:xfrm>
            <a:off x="1721160" y="3789881"/>
            <a:ext cx="3860949" cy="226109"/>
          </a:xfrm>
          <a:prstGeom prst="rect">
            <a:avLst/>
          </a:prstGeom>
        </p:spPr>
        <p:txBody>
          <a:bodyPr lIns="0" tIns="0" rIns="0" bIns="0">
            <a:noAutofit/>
          </a:bodyPr>
          <a:lstStyle>
            <a:lvl1pPr marL="0" indent="0">
              <a:buNone/>
              <a:defRPr sz="1600" b="1" i="0">
                <a:solidFill>
                  <a:schemeClr val="bg1"/>
                </a:solidFill>
                <a:latin typeface="TD Graphik Medium" panose="020B0503030202060203" pitchFamily="34" charset="77"/>
              </a:defRPr>
            </a:lvl1pPr>
            <a:lvl2pPr>
              <a:defRPr sz="1600" b="1" i="0">
                <a:latin typeface="TD Graphik Medium" panose="020B0503030202060203" pitchFamily="34" charset="77"/>
              </a:defRPr>
            </a:lvl2pPr>
            <a:lvl3pPr>
              <a:defRPr sz="1600" b="1" i="0">
                <a:latin typeface="TD Graphik Medium" panose="020B0503030202060203" pitchFamily="34" charset="77"/>
              </a:defRPr>
            </a:lvl3pPr>
            <a:lvl4pPr>
              <a:defRPr sz="1600" b="1" i="0">
                <a:latin typeface="TD Graphik Medium" panose="020B0503030202060203" pitchFamily="34" charset="77"/>
              </a:defRPr>
            </a:lvl4pPr>
            <a:lvl5pPr>
              <a:defRPr sz="1600" b="1" i="0">
                <a:latin typeface="TD Graphik Medium" panose="020B0503030202060203" pitchFamily="34" charset="77"/>
              </a:defRPr>
            </a:lvl5pPr>
          </a:lstStyle>
          <a:p>
            <a:pPr lvl="0"/>
            <a:r>
              <a:rPr lang="en-US"/>
              <a:t>Insert caption title here</a:t>
            </a:r>
          </a:p>
        </p:txBody>
      </p:sp>
      <p:sp>
        <p:nvSpPr>
          <p:cNvPr id="37" name="Caption copy 1">
            <a:extLst>
              <a:ext uri="{FF2B5EF4-FFF2-40B4-BE49-F238E27FC236}">
                <a16:creationId xmlns:a16="http://schemas.microsoft.com/office/drawing/2014/main" id="{CD07450A-02B7-3CEC-F65C-C730E5FC0290}"/>
              </a:ext>
            </a:extLst>
          </p:cNvPr>
          <p:cNvSpPr>
            <a:spLocks noGrp="1"/>
          </p:cNvSpPr>
          <p:nvPr>
            <p:ph type="body" sz="quarter" idx="30" hasCustomPrompt="1"/>
          </p:nvPr>
        </p:nvSpPr>
        <p:spPr>
          <a:xfrm>
            <a:off x="1719876" y="4145164"/>
            <a:ext cx="3843292" cy="561159"/>
          </a:xfrm>
          <a:prstGeom prst="rect">
            <a:avLst/>
          </a:prstGeom>
        </p:spPr>
        <p:txBody>
          <a:bodyPr lIns="0" tIns="0" rIns="0" bIns="0">
            <a:noAutofit/>
          </a:bodyPr>
          <a:lstStyle>
            <a:lvl1pPr marL="0" indent="0">
              <a:lnSpc>
                <a:spcPts val="2320"/>
              </a:lnSpc>
              <a:spcBef>
                <a:spcPts val="0"/>
              </a:spcBef>
              <a:buNone/>
              <a:defRPr sz="1600" b="0" i="0">
                <a:solidFill>
                  <a:schemeClr val="bg1"/>
                </a:solidFill>
                <a:latin typeface="TD Graphik Semilight" panose="020B0503030202060203" pitchFamily="34" charset="77"/>
              </a:defRPr>
            </a:lvl1pPr>
          </a:lstStyle>
          <a:p>
            <a:pPr lvl="0"/>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a:t>
            </a:r>
            <a:endParaRPr lang="en-US"/>
          </a:p>
        </p:txBody>
      </p:sp>
      <p:sp>
        <p:nvSpPr>
          <p:cNvPr id="27" name="Caption title 2">
            <a:extLst>
              <a:ext uri="{FF2B5EF4-FFF2-40B4-BE49-F238E27FC236}">
                <a16:creationId xmlns:a16="http://schemas.microsoft.com/office/drawing/2014/main" id="{39B2138D-1B73-E8F1-402E-49004684F224}"/>
              </a:ext>
            </a:extLst>
          </p:cNvPr>
          <p:cNvSpPr>
            <a:spLocks noGrp="1"/>
          </p:cNvSpPr>
          <p:nvPr>
            <p:ph type="body" sz="quarter" idx="26" hasCustomPrompt="1"/>
          </p:nvPr>
        </p:nvSpPr>
        <p:spPr>
          <a:xfrm>
            <a:off x="1719876" y="4986529"/>
            <a:ext cx="3860949" cy="226109"/>
          </a:xfrm>
          <a:prstGeom prst="rect">
            <a:avLst/>
          </a:prstGeom>
        </p:spPr>
        <p:txBody>
          <a:bodyPr lIns="0" tIns="0" rIns="0" bIns="0">
            <a:noAutofit/>
          </a:bodyPr>
          <a:lstStyle>
            <a:lvl1pPr marL="0" indent="0">
              <a:buNone/>
              <a:defRPr sz="1600" b="1" i="0">
                <a:solidFill>
                  <a:schemeClr val="bg1"/>
                </a:solidFill>
                <a:latin typeface="TD Graphik Medium" panose="020B0503030202060203" pitchFamily="34" charset="77"/>
              </a:defRPr>
            </a:lvl1pPr>
            <a:lvl2pPr>
              <a:defRPr sz="1600" b="1" i="0">
                <a:latin typeface="TD Graphik Medium" panose="020B0503030202060203" pitchFamily="34" charset="77"/>
              </a:defRPr>
            </a:lvl2pPr>
            <a:lvl3pPr>
              <a:defRPr sz="1600" b="1" i="0">
                <a:latin typeface="TD Graphik Medium" panose="020B0503030202060203" pitchFamily="34" charset="77"/>
              </a:defRPr>
            </a:lvl3pPr>
            <a:lvl4pPr>
              <a:defRPr sz="1600" b="1" i="0">
                <a:latin typeface="TD Graphik Medium" panose="020B0503030202060203" pitchFamily="34" charset="77"/>
              </a:defRPr>
            </a:lvl4pPr>
            <a:lvl5pPr>
              <a:defRPr sz="1600" b="1" i="0">
                <a:latin typeface="TD Graphik Medium" panose="020B0503030202060203" pitchFamily="34" charset="77"/>
              </a:defRPr>
            </a:lvl5pPr>
          </a:lstStyle>
          <a:p>
            <a:pPr lvl="0"/>
            <a:r>
              <a:rPr lang="en-US"/>
              <a:t>Insert caption title here</a:t>
            </a:r>
          </a:p>
        </p:txBody>
      </p:sp>
      <p:sp>
        <p:nvSpPr>
          <p:cNvPr id="38" name="Caption copy 2">
            <a:extLst>
              <a:ext uri="{FF2B5EF4-FFF2-40B4-BE49-F238E27FC236}">
                <a16:creationId xmlns:a16="http://schemas.microsoft.com/office/drawing/2014/main" id="{96107D9C-D76D-2BA3-6DD6-55BA0928F324}"/>
              </a:ext>
            </a:extLst>
          </p:cNvPr>
          <p:cNvSpPr>
            <a:spLocks noGrp="1"/>
          </p:cNvSpPr>
          <p:nvPr>
            <p:ph type="body" sz="quarter" idx="31" hasCustomPrompt="1"/>
          </p:nvPr>
        </p:nvSpPr>
        <p:spPr>
          <a:xfrm>
            <a:off x="1719876" y="5346615"/>
            <a:ext cx="3843292" cy="561159"/>
          </a:xfrm>
          <a:prstGeom prst="rect">
            <a:avLst/>
          </a:prstGeom>
        </p:spPr>
        <p:txBody>
          <a:bodyPr lIns="0" tIns="0" rIns="0" bIns="0">
            <a:noAutofit/>
          </a:bodyPr>
          <a:lstStyle>
            <a:lvl1pPr marL="0" indent="0">
              <a:lnSpc>
                <a:spcPts val="2320"/>
              </a:lnSpc>
              <a:spcBef>
                <a:spcPts val="0"/>
              </a:spcBef>
              <a:buNone/>
              <a:defRPr sz="1600" b="0" i="0">
                <a:solidFill>
                  <a:schemeClr val="bg1"/>
                </a:solidFill>
                <a:latin typeface="TD Graphik Semilight" panose="020B0503030202060203" pitchFamily="34" charset="77"/>
              </a:defRPr>
            </a:lvl1pPr>
          </a:lstStyle>
          <a:p>
            <a:pPr lvl="0"/>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a:t>
            </a:r>
            <a:endParaRPr lang="en-US"/>
          </a:p>
        </p:txBody>
      </p:sp>
      <p:sp>
        <p:nvSpPr>
          <p:cNvPr id="28" name="Slide title">
            <a:extLst>
              <a:ext uri="{FF2B5EF4-FFF2-40B4-BE49-F238E27FC236}">
                <a16:creationId xmlns:a16="http://schemas.microsoft.com/office/drawing/2014/main" id="{635DF6AA-0A77-29BF-5DFA-892B2997A27D}"/>
              </a:ext>
            </a:extLst>
          </p:cNvPr>
          <p:cNvSpPr>
            <a:spLocks noGrp="1"/>
          </p:cNvSpPr>
          <p:nvPr>
            <p:ph type="ctrTitle" hasCustomPrompt="1"/>
          </p:nvPr>
        </p:nvSpPr>
        <p:spPr>
          <a:xfrm>
            <a:off x="792666" y="780257"/>
            <a:ext cx="4810465" cy="358041"/>
          </a:xfrm>
          <a:prstGeom prst="rect">
            <a:avLst/>
          </a:prstGeom>
        </p:spPr>
        <p:txBody>
          <a:bodyPr lIns="0" tIns="0" rIns="0" bIns="36000" anchor="t" anchorCtr="0">
            <a:noAutofit/>
          </a:bodyPr>
          <a:lstStyle>
            <a:lvl1pPr algn="l">
              <a:defRPr sz="2800" b="1" i="0">
                <a:solidFill>
                  <a:schemeClr val="bg1"/>
                </a:solidFill>
                <a:latin typeface="TD Graphik Semibold" panose="020B0503030202060203" pitchFamily="34" charset="77"/>
              </a:defRPr>
            </a:lvl1pPr>
          </a:lstStyle>
          <a:p>
            <a:r>
              <a:rPr lang="en-US"/>
              <a:t>Insert slide title here</a:t>
            </a:r>
          </a:p>
        </p:txBody>
      </p:sp>
      <p:sp>
        <p:nvSpPr>
          <p:cNvPr id="52" name="Header 2">
            <a:extLst>
              <a:ext uri="{FF2B5EF4-FFF2-40B4-BE49-F238E27FC236}">
                <a16:creationId xmlns:a16="http://schemas.microsoft.com/office/drawing/2014/main" id="{8E8802D9-4A8D-332D-16BD-ECD88EDF6957}"/>
              </a:ext>
            </a:extLst>
          </p:cNvPr>
          <p:cNvSpPr>
            <a:spLocks noGrp="1"/>
          </p:cNvSpPr>
          <p:nvPr>
            <p:ph type="body" sz="quarter" idx="18" hasCustomPrompt="1"/>
          </p:nvPr>
        </p:nvSpPr>
        <p:spPr>
          <a:xfrm>
            <a:off x="6839996" y="2257164"/>
            <a:ext cx="4810465" cy="520883"/>
          </a:xfrm>
          <a:prstGeom prst="rect">
            <a:avLst/>
          </a:prstGeom>
        </p:spPr>
        <p:txBody>
          <a:bodyPr lIns="0" tIns="0" rIns="0" bIns="0">
            <a:noAutofit/>
          </a:bodyPr>
          <a:lstStyle>
            <a:lvl1pPr marL="0" indent="0">
              <a:buNone/>
              <a:defRPr sz="3600" b="1" i="0">
                <a:solidFill>
                  <a:srgbClr val="1C1C1C"/>
                </a:solidFill>
                <a:latin typeface="TD Graphik Medium" panose="020B0503030202060203" pitchFamily="34"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CA" sz="3600" b="1" i="0">
                <a:latin typeface="TD Graphik Medium" panose="020B0503030202060203" pitchFamily="34" charset="77"/>
              </a:rPr>
              <a:t>Insert subject title.</a:t>
            </a:r>
            <a:endParaRPr lang="en-CA" sz="3600" b="0" i="0">
              <a:solidFill>
                <a:srgbClr val="1C1C1C"/>
              </a:solidFill>
              <a:latin typeface="TD Graphik Regular" panose="020B0503030202060203" pitchFamily="34" charset="77"/>
            </a:endParaRPr>
          </a:p>
        </p:txBody>
      </p:sp>
      <p:sp>
        <p:nvSpPr>
          <p:cNvPr id="22" name="Subhead 1">
            <a:extLst>
              <a:ext uri="{FF2B5EF4-FFF2-40B4-BE49-F238E27FC236}">
                <a16:creationId xmlns:a16="http://schemas.microsoft.com/office/drawing/2014/main" id="{A61F5AFA-D05C-D243-931F-6B90E2710D5A}"/>
              </a:ext>
            </a:extLst>
          </p:cNvPr>
          <p:cNvSpPr>
            <a:spLocks noGrp="1"/>
          </p:cNvSpPr>
          <p:nvPr>
            <p:ph type="body" sz="quarter" idx="33" hasCustomPrompt="1"/>
          </p:nvPr>
        </p:nvSpPr>
        <p:spPr>
          <a:xfrm>
            <a:off x="6829980" y="2927490"/>
            <a:ext cx="4810465" cy="297755"/>
          </a:xfrm>
          <a:prstGeom prst="rect">
            <a:avLst/>
          </a:prstGeom>
        </p:spPr>
        <p:txBody>
          <a:bodyPr lIns="0" tIns="0" rIns="0" bIns="0">
            <a:noAutofit/>
          </a:bodyPr>
          <a:lstStyle>
            <a:lvl1pPr marL="0" indent="0">
              <a:buNone/>
              <a:defRPr sz="1800" b="0" i="0">
                <a:solidFill>
                  <a:srgbClr val="1C1C1C"/>
                </a:solidFill>
                <a:latin typeface="TD Graphik Semilight" panose="020B0503030202060203" pitchFamily="34" charset="77"/>
              </a:defRPr>
            </a:lvl1pPr>
            <a:lvl2pPr>
              <a:defRPr sz="1800" b="0" i="0">
                <a:solidFill>
                  <a:srgbClr val="1C1C1C"/>
                </a:solidFill>
                <a:latin typeface="TD Graphik Semilight" panose="020B0503030202060203" pitchFamily="34" charset="77"/>
              </a:defRPr>
            </a:lvl2pPr>
            <a:lvl3pPr>
              <a:defRPr sz="1800" b="0" i="0">
                <a:solidFill>
                  <a:srgbClr val="1C1C1C"/>
                </a:solidFill>
                <a:latin typeface="TD Graphik Semilight" panose="020B0503030202060203" pitchFamily="34" charset="77"/>
              </a:defRPr>
            </a:lvl3pPr>
            <a:lvl4pPr>
              <a:defRPr sz="1800" b="0" i="0">
                <a:solidFill>
                  <a:srgbClr val="1C1C1C"/>
                </a:solidFill>
                <a:latin typeface="TD Graphik Semilight" panose="020B0503030202060203" pitchFamily="34" charset="77"/>
              </a:defRPr>
            </a:lvl4pPr>
            <a:lvl5pPr>
              <a:defRPr sz="1800" b="0" i="0">
                <a:solidFill>
                  <a:srgbClr val="1C1C1C"/>
                </a:solidFill>
                <a:latin typeface="TD Graphik Semilight" panose="020B0503030202060203" pitchFamily="34" charset="77"/>
              </a:defRPr>
            </a:lvl5pPr>
          </a:lstStyle>
          <a:p>
            <a:pPr lvl="0"/>
            <a:r>
              <a:rPr lang="en-US"/>
              <a:t>Insert subhead here. </a:t>
            </a:r>
            <a:r>
              <a:rPr lang="fr-FR"/>
              <a:t>Insérer le sous-titre ici.</a:t>
            </a:r>
            <a:endParaRPr lang="en-US"/>
          </a:p>
        </p:txBody>
      </p:sp>
      <p:sp>
        <p:nvSpPr>
          <p:cNvPr id="59" name="Caption title 3">
            <a:extLst>
              <a:ext uri="{FF2B5EF4-FFF2-40B4-BE49-F238E27FC236}">
                <a16:creationId xmlns:a16="http://schemas.microsoft.com/office/drawing/2014/main" id="{265B047D-EE8F-DA7C-C7C7-0AA3CD413E29}"/>
              </a:ext>
            </a:extLst>
          </p:cNvPr>
          <p:cNvSpPr>
            <a:spLocks noGrp="1"/>
          </p:cNvSpPr>
          <p:nvPr>
            <p:ph type="body" sz="quarter" idx="22" hasCustomPrompt="1"/>
          </p:nvPr>
        </p:nvSpPr>
        <p:spPr>
          <a:xfrm>
            <a:off x="7820524" y="3816334"/>
            <a:ext cx="3860949" cy="226109"/>
          </a:xfrm>
          <a:prstGeom prst="rect">
            <a:avLst/>
          </a:prstGeom>
        </p:spPr>
        <p:txBody>
          <a:bodyPr lIns="0" tIns="0" rIns="0" bIns="0">
            <a:noAutofit/>
          </a:bodyPr>
          <a:lstStyle>
            <a:lvl1pPr marL="0" indent="0">
              <a:buNone/>
              <a:defRPr sz="1600" b="1" i="0">
                <a:solidFill>
                  <a:srgbClr val="1C1C1C"/>
                </a:solidFill>
                <a:latin typeface="TD Graphik Medium" panose="020B0503030202060203" pitchFamily="34" charset="77"/>
              </a:defRPr>
            </a:lvl1pPr>
            <a:lvl2pPr>
              <a:defRPr sz="1600" b="1" i="0">
                <a:latin typeface="TD Graphik Medium" panose="020B0503030202060203" pitchFamily="34" charset="77"/>
              </a:defRPr>
            </a:lvl2pPr>
            <a:lvl3pPr>
              <a:defRPr sz="1600" b="1" i="0">
                <a:latin typeface="TD Graphik Medium" panose="020B0503030202060203" pitchFamily="34" charset="77"/>
              </a:defRPr>
            </a:lvl3pPr>
            <a:lvl4pPr>
              <a:defRPr sz="1600" b="1" i="0">
                <a:latin typeface="TD Graphik Medium" panose="020B0503030202060203" pitchFamily="34" charset="77"/>
              </a:defRPr>
            </a:lvl4pPr>
            <a:lvl5pPr>
              <a:defRPr sz="1600" b="1" i="0">
                <a:latin typeface="TD Graphik Medium" panose="020B0503030202060203" pitchFamily="34" charset="77"/>
              </a:defRPr>
            </a:lvl5pPr>
          </a:lstStyle>
          <a:p>
            <a:pPr lvl="0"/>
            <a:r>
              <a:rPr lang="en-US"/>
              <a:t>Insert caption title here</a:t>
            </a:r>
          </a:p>
        </p:txBody>
      </p:sp>
      <p:sp>
        <p:nvSpPr>
          <p:cNvPr id="35" name="Caption copy 3">
            <a:extLst>
              <a:ext uri="{FF2B5EF4-FFF2-40B4-BE49-F238E27FC236}">
                <a16:creationId xmlns:a16="http://schemas.microsoft.com/office/drawing/2014/main" id="{0FFCD86B-9CE9-C993-8C0C-572F3ACC7C30}"/>
              </a:ext>
            </a:extLst>
          </p:cNvPr>
          <p:cNvSpPr>
            <a:spLocks noGrp="1"/>
          </p:cNvSpPr>
          <p:nvPr>
            <p:ph type="body" sz="quarter" idx="28" hasCustomPrompt="1"/>
          </p:nvPr>
        </p:nvSpPr>
        <p:spPr>
          <a:xfrm>
            <a:off x="7838182" y="4145165"/>
            <a:ext cx="3843292" cy="561159"/>
          </a:xfrm>
          <a:prstGeom prst="rect">
            <a:avLst/>
          </a:prstGeom>
        </p:spPr>
        <p:txBody>
          <a:bodyPr lIns="0" tIns="0" rIns="0" bIns="0">
            <a:noAutofit/>
          </a:bodyPr>
          <a:lstStyle>
            <a:lvl1pPr marL="0" indent="0">
              <a:lnSpc>
                <a:spcPts val="2320"/>
              </a:lnSpc>
              <a:spcBef>
                <a:spcPts val="0"/>
              </a:spcBef>
              <a:buNone/>
              <a:defRPr sz="1600" b="0" i="0">
                <a:latin typeface="TD Graphik Semilight" panose="020B0503030202060203" pitchFamily="34" charset="77"/>
              </a:defRPr>
            </a:lvl1pPr>
          </a:lstStyle>
          <a:p>
            <a:pPr lvl="0"/>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a:t>
            </a:r>
            <a:endParaRPr lang="en-US"/>
          </a:p>
        </p:txBody>
      </p:sp>
      <p:sp>
        <p:nvSpPr>
          <p:cNvPr id="61" name="Caption title 4">
            <a:extLst>
              <a:ext uri="{FF2B5EF4-FFF2-40B4-BE49-F238E27FC236}">
                <a16:creationId xmlns:a16="http://schemas.microsoft.com/office/drawing/2014/main" id="{EA6F25ED-4DEB-D5AA-FFE7-9B2E8A7088A5}"/>
              </a:ext>
            </a:extLst>
          </p:cNvPr>
          <p:cNvSpPr>
            <a:spLocks noGrp="1"/>
          </p:cNvSpPr>
          <p:nvPr>
            <p:ph type="body" sz="quarter" idx="24" hasCustomPrompt="1"/>
          </p:nvPr>
        </p:nvSpPr>
        <p:spPr>
          <a:xfrm>
            <a:off x="7820525" y="5010816"/>
            <a:ext cx="3860949" cy="226109"/>
          </a:xfrm>
          <a:prstGeom prst="rect">
            <a:avLst/>
          </a:prstGeom>
        </p:spPr>
        <p:txBody>
          <a:bodyPr lIns="0" tIns="0" rIns="0" bIns="0">
            <a:noAutofit/>
          </a:bodyPr>
          <a:lstStyle>
            <a:lvl1pPr marL="0" indent="0">
              <a:buNone/>
              <a:defRPr sz="1600" b="1" i="0">
                <a:solidFill>
                  <a:srgbClr val="1C1C1C"/>
                </a:solidFill>
                <a:latin typeface="TD Graphik Medium" panose="020B0503030202060203" pitchFamily="34" charset="77"/>
              </a:defRPr>
            </a:lvl1pPr>
            <a:lvl2pPr>
              <a:defRPr sz="1600" b="1" i="0">
                <a:latin typeface="TD Graphik Medium" panose="020B0503030202060203" pitchFamily="34" charset="77"/>
              </a:defRPr>
            </a:lvl2pPr>
            <a:lvl3pPr>
              <a:defRPr sz="1600" b="1" i="0">
                <a:latin typeface="TD Graphik Medium" panose="020B0503030202060203" pitchFamily="34" charset="77"/>
              </a:defRPr>
            </a:lvl3pPr>
            <a:lvl4pPr>
              <a:defRPr sz="1600" b="1" i="0">
                <a:latin typeface="TD Graphik Medium" panose="020B0503030202060203" pitchFamily="34" charset="77"/>
              </a:defRPr>
            </a:lvl4pPr>
            <a:lvl5pPr>
              <a:defRPr sz="1600" b="1" i="0">
                <a:latin typeface="TD Graphik Medium" panose="020B0503030202060203" pitchFamily="34" charset="77"/>
              </a:defRPr>
            </a:lvl5pPr>
          </a:lstStyle>
          <a:p>
            <a:pPr lvl="0"/>
            <a:r>
              <a:rPr lang="en-US"/>
              <a:t>Insert caption title here</a:t>
            </a:r>
          </a:p>
        </p:txBody>
      </p:sp>
      <p:sp>
        <p:nvSpPr>
          <p:cNvPr id="36" name="Caption copy 5">
            <a:extLst>
              <a:ext uri="{FF2B5EF4-FFF2-40B4-BE49-F238E27FC236}">
                <a16:creationId xmlns:a16="http://schemas.microsoft.com/office/drawing/2014/main" id="{31C5C686-EE11-57C0-AD64-5AB993BF0561}"/>
              </a:ext>
            </a:extLst>
          </p:cNvPr>
          <p:cNvSpPr>
            <a:spLocks noGrp="1"/>
          </p:cNvSpPr>
          <p:nvPr>
            <p:ph type="body" sz="quarter" idx="29" hasCustomPrompt="1"/>
          </p:nvPr>
        </p:nvSpPr>
        <p:spPr>
          <a:xfrm>
            <a:off x="7838182" y="5346615"/>
            <a:ext cx="3843292" cy="561159"/>
          </a:xfrm>
          <a:prstGeom prst="rect">
            <a:avLst/>
          </a:prstGeom>
        </p:spPr>
        <p:txBody>
          <a:bodyPr lIns="0" tIns="0" rIns="0" bIns="0">
            <a:noAutofit/>
          </a:bodyPr>
          <a:lstStyle>
            <a:lvl1pPr marL="0" indent="0">
              <a:lnSpc>
                <a:spcPts val="2320"/>
              </a:lnSpc>
              <a:spcBef>
                <a:spcPts val="0"/>
              </a:spcBef>
              <a:buNone/>
              <a:defRPr sz="1600" b="0" i="0">
                <a:latin typeface="TD Graphik Semilight" panose="020B0503030202060203" pitchFamily="34" charset="77"/>
              </a:defRPr>
            </a:lvl1pPr>
          </a:lstStyle>
          <a:p>
            <a:pPr lvl="0"/>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a:t>
            </a:r>
            <a:endParaRPr lang="en-US"/>
          </a:p>
        </p:txBody>
      </p:sp>
      <p:sp>
        <p:nvSpPr>
          <p:cNvPr id="20" name="Footer">
            <a:extLst>
              <a:ext uri="{FF2B5EF4-FFF2-40B4-BE49-F238E27FC236}">
                <a16:creationId xmlns:a16="http://schemas.microsoft.com/office/drawing/2014/main" id="{A17D5CF1-8EB5-7092-4A53-8E3DE2F2096D}"/>
              </a:ext>
            </a:extLst>
          </p:cNvPr>
          <p:cNvSpPr>
            <a:spLocks noGrp="1"/>
          </p:cNvSpPr>
          <p:nvPr>
            <p:ph type="ftr" sz="quarter" idx="3"/>
          </p:nvPr>
        </p:nvSpPr>
        <p:spPr>
          <a:xfrm>
            <a:off x="33496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sp>
        <p:nvSpPr>
          <p:cNvPr id="19" name="Page Number">
            <a:extLst>
              <a:ext uri="{FF2B5EF4-FFF2-40B4-BE49-F238E27FC236}">
                <a16:creationId xmlns:a16="http://schemas.microsoft.com/office/drawing/2014/main" id="{22203A9C-1C2D-0338-296F-BB86671B40E1}"/>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rgbClr val="1C1C1C"/>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rgbClr val="1C1C1C"/>
              </a:solidFill>
            </a:endParaRPr>
          </a:p>
        </p:txBody>
      </p:sp>
      <p:pic>
        <p:nvPicPr>
          <p:cNvPr id="18" name="TD Shield">
            <a:extLst>
              <a:ext uri="{FF2B5EF4-FFF2-40B4-BE49-F238E27FC236}">
                <a16:creationId xmlns:a16="http://schemas.microsoft.com/office/drawing/2014/main" id="{314D864B-5A04-6B23-19F0-414CAF63A03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15764654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One Column - Subject title and body copy with green background 1">
    <p:bg>
      <p:bgPr>
        <a:solidFill>
          <a:schemeClr val="bg1"/>
        </a:solidFill>
        <a:effectLst/>
      </p:bgPr>
    </p:bg>
    <p:spTree>
      <p:nvGrpSpPr>
        <p:cNvPr id="1" name=""/>
        <p:cNvGrpSpPr/>
        <p:nvPr/>
      </p:nvGrpSpPr>
      <p:grpSpPr>
        <a:xfrm>
          <a:off x="0" y="0"/>
          <a:ext cx="0" cy="0"/>
          <a:chOff x="0" y="0"/>
          <a:chExt cx="0" cy="0"/>
        </a:xfrm>
      </p:grpSpPr>
      <p:sp>
        <p:nvSpPr>
          <p:cNvPr id="28" name="Slide title">
            <a:extLst>
              <a:ext uri="{FF2B5EF4-FFF2-40B4-BE49-F238E27FC236}">
                <a16:creationId xmlns:a16="http://schemas.microsoft.com/office/drawing/2014/main" id="{635DF6AA-0A77-29BF-5DFA-892B2997A27D}"/>
              </a:ext>
            </a:extLst>
          </p:cNvPr>
          <p:cNvSpPr>
            <a:spLocks noGrp="1"/>
          </p:cNvSpPr>
          <p:nvPr>
            <p:ph type="ctrTitle" hasCustomPrompt="1"/>
          </p:nvPr>
        </p:nvSpPr>
        <p:spPr>
          <a:xfrm>
            <a:off x="792666" y="780257"/>
            <a:ext cx="6459107" cy="358041"/>
          </a:xfrm>
          <a:prstGeom prst="rect">
            <a:avLst/>
          </a:prstGeom>
        </p:spPr>
        <p:txBody>
          <a:bodyPr lIns="0" tIns="0" rIns="0" bIns="36000" anchor="t" anchorCtr="0">
            <a:noAutofit/>
          </a:bodyPr>
          <a:lstStyle>
            <a:lvl1pPr algn="l">
              <a:defRPr sz="2800" b="1" i="0">
                <a:solidFill>
                  <a:srgbClr val="038203"/>
                </a:solidFill>
                <a:latin typeface="TD Graphik Semibold" panose="020B0503030202060203" pitchFamily="34" charset="77"/>
              </a:defRPr>
            </a:lvl1pPr>
          </a:lstStyle>
          <a:p>
            <a:r>
              <a:rPr lang="en-US"/>
              <a:t>Insert slide title here</a:t>
            </a:r>
          </a:p>
        </p:txBody>
      </p:sp>
      <p:sp>
        <p:nvSpPr>
          <p:cNvPr id="11" name="Body copy">
            <a:extLst>
              <a:ext uri="{FF2B5EF4-FFF2-40B4-BE49-F238E27FC236}">
                <a16:creationId xmlns:a16="http://schemas.microsoft.com/office/drawing/2014/main" id="{78E715D8-4855-3D00-6684-ECE09725B7C8}"/>
              </a:ext>
            </a:extLst>
          </p:cNvPr>
          <p:cNvSpPr>
            <a:spLocks noGrp="1"/>
          </p:cNvSpPr>
          <p:nvPr>
            <p:ph type="body" sz="quarter" idx="13" hasCustomPrompt="1"/>
          </p:nvPr>
        </p:nvSpPr>
        <p:spPr>
          <a:xfrm>
            <a:off x="792163" y="3783707"/>
            <a:ext cx="6108492" cy="2283567"/>
          </a:xfrm>
          <a:prstGeom prst="rect">
            <a:avLst/>
          </a:prstGeom>
        </p:spPr>
        <p:txBody>
          <a:bodyPr lIns="0" tIns="0" rIns="0" bIns="0">
            <a:noAutofit/>
          </a:bodyPr>
          <a:lstStyle>
            <a:lvl1pPr marL="285750" indent="-285750">
              <a:lnSpc>
                <a:spcPts val="2320"/>
              </a:lnSpc>
              <a:spcBef>
                <a:spcPts val="800"/>
              </a:spcBef>
              <a:buClr>
                <a:srgbClr val="038203"/>
              </a:buClr>
              <a:buFont typeface="Wingdings" pitchFamily="2" charset="2"/>
              <a:buChar char="§"/>
              <a:defRPr sz="1600" b="0" i="0">
                <a:latin typeface="TD Graphik Semilight" panose="020B0503030202060203" pitchFamily="34" charset="77"/>
              </a:defRPr>
            </a:lvl1pPr>
          </a:lstStyle>
          <a:p>
            <a:pPr lvl="0"/>
            <a:r>
              <a:rPr lang="en-CA" sz="1600"/>
              <a:t>Class </a:t>
            </a:r>
            <a:r>
              <a:rPr lang="en-CA" sz="1600" err="1"/>
              <a:t>aptent</a:t>
            </a:r>
            <a:r>
              <a:rPr lang="en-CA" sz="1600"/>
              <a:t> </a:t>
            </a:r>
            <a:r>
              <a:rPr lang="en-CA" sz="1600" err="1"/>
              <a:t>taciti</a:t>
            </a:r>
            <a:r>
              <a:rPr lang="en-CA" sz="1600"/>
              <a:t> </a:t>
            </a:r>
            <a:r>
              <a:rPr lang="en-CA" sz="1600" err="1"/>
              <a:t>sociosqu</a:t>
            </a:r>
            <a:r>
              <a:rPr lang="en-CA" sz="1600"/>
              <a:t> ad </a:t>
            </a:r>
            <a:r>
              <a:rPr lang="en-CA" sz="1600" err="1"/>
              <a:t>litora</a:t>
            </a:r>
            <a:r>
              <a:rPr lang="en-CA" sz="1600"/>
              <a:t> </a:t>
            </a:r>
            <a:r>
              <a:rPr lang="en-CA" sz="1600" err="1"/>
              <a:t>torquent</a:t>
            </a:r>
            <a:r>
              <a:rPr lang="en-CA" sz="1600"/>
              <a:t> per </a:t>
            </a:r>
            <a:r>
              <a:rPr lang="en-CA" sz="1600" err="1"/>
              <a:t>conubia</a:t>
            </a:r>
            <a:r>
              <a:rPr lang="en-CA" sz="1600"/>
              <a:t> nostra, per </a:t>
            </a:r>
            <a:r>
              <a:rPr lang="en-CA" sz="1600" err="1"/>
              <a:t>inceptos</a:t>
            </a:r>
            <a:r>
              <a:rPr lang="en-CA" sz="1600"/>
              <a:t> </a:t>
            </a:r>
            <a:r>
              <a:rPr lang="en-CA" sz="1600" err="1"/>
              <a:t>himenaeos</a:t>
            </a:r>
            <a:r>
              <a:rPr lang="en-CA" sz="1600"/>
              <a:t>. </a:t>
            </a:r>
          </a:p>
          <a:p>
            <a:pPr lvl="0"/>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 </a:t>
            </a:r>
            <a:r>
              <a:rPr lang="en-CA" sz="1600" err="1"/>
              <a:t>egestas</a:t>
            </a:r>
            <a:r>
              <a:rPr lang="en-CA" sz="1600"/>
              <a:t>. </a:t>
            </a:r>
            <a:r>
              <a:rPr lang="en-CA" sz="1600" err="1"/>
              <a:t>Himenaeos</a:t>
            </a:r>
            <a:r>
              <a:rPr lang="en-CA" sz="1600"/>
              <a:t>. </a:t>
            </a:r>
          </a:p>
          <a:p>
            <a:pPr lvl="0"/>
            <a:r>
              <a:rPr lang="en-CA" sz="1600"/>
              <a:t>Morbi at </a:t>
            </a:r>
            <a:r>
              <a:rPr lang="en-CA" sz="1600" err="1"/>
              <a:t>risus</a:t>
            </a:r>
            <a:r>
              <a:rPr lang="en-CA" sz="1600"/>
              <a:t> a </a:t>
            </a:r>
            <a:r>
              <a:rPr lang="en-CA" sz="1600" err="1"/>
              <a:t>augue</a:t>
            </a:r>
            <a:r>
              <a:rPr lang="en-CA" sz="1600"/>
              <a:t> gravida </a:t>
            </a:r>
            <a:r>
              <a:rPr lang="en-CA" sz="1600" err="1"/>
              <a:t>elementum</a:t>
            </a:r>
            <a:r>
              <a:rPr lang="en-CA" sz="1600"/>
              <a:t>. </a:t>
            </a:r>
          </a:p>
          <a:p>
            <a:pPr lvl="0"/>
            <a:r>
              <a:rPr lang="en-CA" sz="1600"/>
              <a:t>Class </a:t>
            </a:r>
            <a:r>
              <a:rPr lang="en-CA" sz="1600" err="1"/>
              <a:t>aptent</a:t>
            </a:r>
            <a:r>
              <a:rPr lang="en-CA" sz="1600"/>
              <a:t> </a:t>
            </a:r>
            <a:r>
              <a:rPr lang="en-CA" sz="1600" err="1"/>
              <a:t>taciti</a:t>
            </a:r>
            <a:r>
              <a:rPr lang="en-CA" sz="1600"/>
              <a:t>. 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endParaRPr lang="en-US"/>
          </a:p>
        </p:txBody>
      </p:sp>
      <p:sp>
        <p:nvSpPr>
          <p:cNvPr id="22" name="Header">
            <a:extLst>
              <a:ext uri="{FF2B5EF4-FFF2-40B4-BE49-F238E27FC236}">
                <a16:creationId xmlns:a16="http://schemas.microsoft.com/office/drawing/2014/main" id="{588B14C1-16B1-3E8B-B6B1-F88D107EFCF9}"/>
              </a:ext>
            </a:extLst>
          </p:cNvPr>
          <p:cNvSpPr>
            <a:spLocks noGrp="1"/>
          </p:cNvSpPr>
          <p:nvPr>
            <p:ph type="body" sz="quarter" idx="10" hasCustomPrompt="1"/>
          </p:nvPr>
        </p:nvSpPr>
        <p:spPr>
          <a:xfrm>
            <a:off x="792666" y="1840635"/>
            <a:ext cx="4810465" cy="520883"/>
          </a:xfrm>
          <a:prstGeom prst="rect">
            <a:avLst/>
          </a:prstGeom>
        </p:spPr>
        <p:txBody>
          <a:bodyPr lIns="0" tIns="0" rIns="0" bIns="0">
            <a:noAutofit/>
          </a:bodyPr>
          <a:lstStyle>
            <a:lvl1pPr marL="0" indent="0">
              <a:buNone/>
              <a:defRPr sz="3600" b="1" i="0">
                <a:solidFill>
                  <a:srgbClr val="1C1C1C"/>
                </a:solidFill>
                <a:latin typeface="TD Graphik Medium" panose="020B0503030202060203" pitchFamily="34"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CA" sz="3600" b="1" i="0">
                <a:latin typeface="TD Graphik Medium" panose="020B0503030202060203" pitchFamily="34" charset="77"/>
              </a:rPr>
              <a:t>Insert subject title.</a:t>
            </a:r>
            <a:endParaRPr lang="en-CA" sz="3600" b="0" i="0">
              <a:solidFill>
                <a:srgbClr val="1C1C1C"/>
              </a:solidFill>
              <a:latin typeface="TD Graphik Regular" panose="020B0503030202060203" pitchFamily="34" charset="77"/>
            </a:endParaRPr>
          </a:p>
        </p:txBody>
      </p:sp>
      <p:sp>
        <p:nvSpPr>
          <p:cNvPr id="14" name="Body copy">
            <a:extLst>
              <a:ext uri="{FF2B5EF4-FFF2-40B4-BE49-F238E27FC236}">
                <a16:creationId xmlns:a16="http://schemas.microsoft.com/office/drawing/2014/main" id="{E1A185E4-1A77-8555-694F-FE87BA497A1D}"/>
              </a:ext>
            </a:extLst>
          </p:cNvPr>
          <p:cNvSpPr>
            <a:spLocks noGrp="1"/>
          </p:cNvSpPr>
          <p:nvPr>
            <p:ph type="body" sz="quarter" idx="16" hasCustomPrompt="1"/>
          </p:nvPr>
        </p:nvSpPr>
        <p:spPr>
          <a:xfrm>
            <a:off x="799908" y="2560487"/>
            <a:ext cx="6475015" cy="868513"/>
          </a:xfrm>
          <a:prstGeom prst="rect">
            <a:avLst/>
          </a:prstGeom>
        </p:spPr>
        <p:txBody>
          <a:bodyPr lIns="0" tIns="0" rIns="0" bIns="0">
            <a:noAutofit/>
          </a:bodyPr>
          <a:lstStyle>
            <a:lvl1pPr marL="0" indent="0">
              <a:lnSpc>
                <a:spcPts val="2320"/>
              </a:lnSpc>
              <a:spcBef>
                <a:spcPts val="0"/>
              </a:spcBef>
              <a:buNone/>
              <a:defRPr sz="1600" b="0" i="0">
                <a:solidFill>
                  <a:srgbClr val="1C1C1C"/>
                </a:solidFill>
                <a:latin typeface="TD Graphik Semilight" panose="020B0503030202060203" pitchFamily="34" charset="77"/>
              </a:defRPr>
            </a:lvl1pPr>
          </a:lstStyle>
          <a:p>
            <a:pPr lvl="0"/>
            <a:r>
              <a:rPr lang="en-CA" sz="1600"/>
              <a:t>Class </a:t>
            </a:r>
            <a:r>
              <a:rPr lang="en-CA" sz="1600" err="1"/>
              <a:t>aptent</a:t>
            </a:r>
            <a:r>
              <a:rPr lang="en-CA" sz="1600"/>
              <a:t> </a:t>
            </a:r>
            <a:r>
              <a:rPr lang="en-CA" sz="1600" err="1"/>
              <a:t>taciti</a:t>
            </a:r>
            <a:r>
              <a:rPr lang="en-CA" sz="1600"/>
              <a:t> </a:t>
            </a:r>
            <a:r>
              <a:rPr lang="en-CA" sz="1600" err="1"/>
              <a:t>sociosqu</a:t>
            </a:r>
            <a:r>
              <a:rPr lang="en-CA" sz="1600"/>
              <a:t> ad </a:t>
            </a:r>
            <a:r>
              <a:rPr lang="en-CA" sz="1600" err="1"/>
              <a:t>litora</a:t>
            </a:r>
            <a:r>
              <a:rPr lang="en-CA" sz="1600"/>
              <a:t> </a:t>
            </a:r>
            <a:r>
              <a:rPr lang="en-CA" sz="1600" err="1"/>
              <a:t>torquent</a:t>
            </a:r>
            <a:r>
              <a:rPr lang="en-CA" sz="1600"/>
              <a:t> per </a:t>
            </a:r>
            <a:r>
              <a:rPr lang="en-CA" sz="1600" err="1"/>
              <a:t>conubia</a:t>
            </a:r>
            <a:r>
              <a:rPr lang="en-CA" sz="1600"/>
              <a:t> nostra, per </a:t>
            </a:r>
            <a:r>
              <a:rPr lang="en-CA" sz="1600" err="1"/>
              <a:t>inceptos</a:t>
            </a:r>
            <a:r>
              <a:rPr lang="en-CA" sz="1600"/>
              <a:t> </a:t>
            </a:r>
            <a:r>
              <a:rPr lang="en-CA" sz="1600" err="1"/>
              <a:t>himenaeos</a:t>
            </a:r>
            <a:r>
              <a:rPr lang="en-CA" sz="1600"/>
              <a:t>. 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 </a:t>
            </a:r>
            <a:r>
              <a:rPr lang="en-CA" sz="1600" err="1"/>
              <a:t>egestas</a:t>
            </a:r>
            <a:r>
              <a:rPr lang="en-CA" sz="1600"/>
              <a:t>. </a:t>
            </a:r>
            <a:r>
              <a:rPr lang="en-CA" sz="1600" err="1"/>
              <a:t>Himenaeos</a:t>
            </a:r>
            <a:r>
              <a:rPr lang="en-CA" sz="1600"/>
              <a:t>. </a:t>
            </a:r>
            <a:endParaRPr lang="en-US"/>
          </a:p>
        </p:txBody>
      </p:sp>
      <p:sp>
        <p:nvSpPr>
          <p:cNvPr id="10" name="Footer">
            <a:extLst>
              <a:ext uri="{FF2B5EF4-FFF2-40B4-BE49-F238E27FC236}">
                <a16:creationId xmlns:a16="http://schemas.microsoft.com/office/drawing/2014/main" id="{4486C9FC-969F-04B6-B289-8F0A17A30453}"/>
              </a:ext>
            </a:extLst>
          </p:cNvPr>
          <p:cNvSpPr>
            <a:spLocks noGrp="1"/>
          </p:cNvSpPr>
          <p:nvPr>
            <p:ph type="ftr" sz="quarter" idx="3"/>
          </p:nvPr>
        </p:nvSpPr>
        <p:spPr>
          <a:xfrm>
            <a:off x="334963" y="6473448"/>
            <a:ext cx="2483235" cy="184666"/>
          </a:xfrm>
        </p:spPr>
        <p:txBody>
          <a:bodyPr lIns="0" tIns="0" rIns="0" bIns="0"/>
          <a:lstStyle>
            <a:lvl1pPr algn="l">
              <a:defRPr sz="1600" b="0" i="0">
                <a:solidFill>
                  <a:srgbClr val="1C1C1C"/>
                </a:solidFill>
                <a:latin typeface="TD Graphik Semilight" panose="020B0503030202060203" pitchFamily="34" charset="77"/>
              </a:defRPr>
            </a:lvl1pPr>
          </a:lstStyle>
          <a:p>
            <a:endParaRPr lang="en-US"/>
          </a:p>
        </p:txBody>
      </p:sp>
      <p:sp>
        <p:nvSpPr>
          <p:cNvPr id="9" name="Page Number">
            <a:extLst>
              <a:ext uri="{FF2B5EF4-FFF2-40B4-BE49-F238E27FC236}">
                <a16:creationId xmlns:a16="http://schemas.microsoft.com/office/drawing/2014/main" id="{2A7C4C15-7D34-97C3-1DBB-E32637BD3E1A}"/>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rgbClr val="1C1C1C"/>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rgbClr val="1C1C1C"/>
              </a:solidFill>
            </a:endParaRPr>
          </a:p>
        </p:txBody>
      </p:sp>
      <p:pic>
        <p:nvPicPr>
          <p:cNvPr id="27" name="TD Shield">
            <a:extLst>
              <a:ext uri="{FF2B5EF4-FFF2-40B4-BE49-F238E27FC236}">
                <a16:creationId xmlns:a16="http://schemas.microsoft.com/office/drawing/2014/main" id="{F44617FF-D835-D4D6-2D2A-3250E78EA0C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39056896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One Column - Subject title and body copy with green background 2">
    <p:bg>
      <p:bgPr>
        <a:solidFill>
          <a:schemeClr val="bg1"/>
        </a:solidFill>
        <a:effectLst/>
      </p:bgPr>
    </p:bg>
    <p:spTree>
      <p:nvGrpSpPr>
        <p:cNvPr id="1" name=""/>
        <p:cNvGrpSpPr/>
        <p:nvPr/>
      </p:nvGrpSpPr>
      <p:grpSpPr>
        <a:xfrm>
          <a:off x="0" y="0"/>
          <a:ext cx="0" cy="0"/>
          <a:chOff x="0" y="0"/>
          <a:chExt cx="0" cy="0"/>
        </a:xfrm>
      </p:grpSpPr>
      <p:sp>
        <p:nvSpPr>
          <p:cNvPr id="21" name="Green rectangle ">
            <a:extLst>
              <a:ext uri="{FF2B5EF4-FFF2-40B4-BE49-F238E27FC236}">
                <a16:creationId xmlns:a16="http://schemas.microsoft.com/office/drawing/2014/main" id="{74CAA6B1-72A9-F79F-81D9-7AEE0066C3BA}"/>
              </a:ext>
            </a:extLst>
          </p:cNvPr>
          <p:cNvSpPr/>
          <p:nvPr userDrawn="1"/>
        </p:nvSpPr>
        <p:spPr>
          <a:xfrm>
            <a:off x="3201" y="0"/>
            <a:ext cx="11050622" cy="6858000"/>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Slide title">
            <a:extLst>
              <a:ext uri="{FF2B5EF4-FFF2-40B4-BE49-F238E27FC236}">
                <a16:creationId xmlns:a16="http://schemas.microsoft.com/office/drawing/2014/main" id="{635DF6AA-0A77-29BF-5DFA-892B2997A27D}"/>
              </a:ext>
            </a:extLst>
          </p:cNvPr>
          <p:cNvSpPr>
            <a:spLocks noGrp="1"/>
          </p:cNvSpPr>
          <p:nvPr>
            <p:ph type="ctrTitle" hasCustomPrompt="1"/>
          </p:nvPr>
        </p:nvSpPr>
        <p:spPr>
          <a:xfrm>
            <a:off x="792666" y="780257"/>
            <a:ext cx="6459107" cy="358041"/>
          </a:xfrm>
          <a:prstGeom prst="rect">
            <a:avLst/>
          </a:prstGeom>
        </p:spPr>
        <p:txBody>
          <a:bodyPr lIns="0" tIns="0" rIns="0" bIns="36000" anchor="t" anchorCtr="0">
            <a:noAutofit/>
          </a:bodyPr>
          <a:lstStyle>
            <a:lvl1pPr algn="l">
              <a:defRPr sz="2800" b="1" i="0">
                <a:solidFill>
                  <a:schemeClr val="bg1"/>
                </a:solidFill>
                <a:latin typeface="TD Graphik Semibold" panose="020B0503030202060203" pitchFamily="34" charset="77"/>
              </a:defRPr>
            </a:lvl1pPr>
          </a:lstStyle>
          <a:p>
            <a:r>
              <a:rPr lang="en-US"/>
              <a:t>Insert slide title here</a:t>
            </a:r>
          </a:p>
        </p:txBody>
      </p:sp>
      <p:sp>
        <p:nvSpPr>
          <p:cNvPr id="52" name="Header">
            <a:extLst>
              <a:ext uri="{FF2B5EF4-FFF2-40B4-BE49-F238E27FC236}">
                <a16:creationId xmlns:a16="http://schemas.microsoft.com/office/drawing/2014/main" id="{8E8802D9-4A8D-332D-16BD-ECD88EDF6957}"/>
              </a:ext>
            </a:extLst>
          </p:cNvPr>
          <p:cNvSpPr>
            <a:spLocks noGrp="1"/>
          </p:cNvSpPr>
          <p:nvPr>
            <p:ph type="body" sz="quarter" idx="18" hasCustomPrompt="1"/>
          </p:nvPr>
        </p:nvSpPr>
        <p:spPr>
          <a:xfrm>
            <a:off x="792665" y="1699078"/>
            <a:ext cx="9219435" cy="358041"/>
          </a:xfrm>
          <a:prstGeom prst="rect">
            <a:avLst/>
          </a:prstGeom>
        </p:spPr>
        <p:txBody>
          <a:bodyPr lIns="0" tIns="0" rIns="0" bIns="0">
            <a:noAutofit/>
          </a:bodyPr>
          <a:lstStyle>
            <a:lvl1pPr marL="0" indent="0">
              <a:buNone/>
              <a:defRPr sz="2000" b="1" i="0">
                <a:solidFill>
                  <a:schemeClr val="bg1"/>
                </a:solidFill>
                <a:latin typeface="TD Graphik Bold" panose="020B0503030202060203" pitchFamily="34" charset="77"/>
              </a:defRPr>
            </a:lvl1pPr>
          </a:lstStyle>
          <a:p>
            <a:r>
              <a:rPr lang="en-CA" b="1">
                <a:latin typeface="TD Graphik Medium" panose="020B0503030202060203" pitchFamily="34" charset="77"/>
              </a:rPr>
              <a:t>Insert subject title. </a:t>
            </a:r>
            <a:endParaRPr lang="en-US" b="1">
              <a:latin typeface="TD Graphik Medium" panose="020B0503030202060203" pitchFamily="34" charset="77"/>
            </a:endParaRPr>
          </a:p>
        </p:txBody>
      </p:sp>
      <p:sp>
        <p:nvSpPr>
          <p:cNvPr id="34" name="Body copy">
            <a:extLst>
              <a:ext uri="{FF2B5EF4-FFF2-40B4-BE49-F238E27FC236}">
                <a16:creationId xmlns:a16="http://schemas.microsoft.com/office/drawing/2014/main" id="{11FD46E2-0D25-114D-9361-D82D6F4436A8}"/>
              </a:ext>
            </a:extLst>
          </p:cNvPr>
          <p:cNvSpPr>
            <a:spLocks noGrp="1"/>
          </p:cNvSpPr>
          <p:nvPr>
            <p:ph type="body" sz="quarter" idx="16" hasCustomPrompt="1"/>
          </p:nvPr>
        </p:nvSpPr>
        <p:spPr>
          <a:xfrm>
            <a:off x="799908" y="2260579"/>
            <a:ext cx="9212192" cy="2021497"/>
          </a:xfrm>
          <a:prstGeom prst="rect">
            <a:avLst/>
          </a:prstGeom>
        </p:spPr>
        <p:txBody>
          <a:bodyPr lIns="0" tIns="0" rIns="0" bIns="0">
            <a:noAutofit/>
          </a:bodyPr>
          <a:lstStyle>
            <a:lvl1pPr marL="285750" indent="-285750">
              <a:lnSpc>
                <a:spcPts val="2320"/>
              </a:lnSpc>
              <a:spcBef>
                <a:spcPts val="800"/>
              </a:spcBef>
              <a:buClr>
                <a:schemeClr val="bg1"/>
              </a:buClr>
              <a:buFont typeface="Wingdings" pitchFamily="2" charset="2"/>
              <a:buChar char="§"/>
              <a:defRPr sz="1600" b="0" i="0">
                <a:solidFill>
                  <a:schemeClr val="bg1"/>
                </a:solidFill>
                <a:latin typeface="TD Graphik Semilight" panose="020B0503030202060203" pitchFamily="34" charset="77"/>
              </a:defRPr>
            </a:lvl1pPr>
          </a:lstStyle>
          <a:p>
            <a:pPr lvl="0"/>
            <a:r>
              <a:rPr lang="en-CA" sz="1600"/>
              <a:t>Class </a:t>
            </a:r>
            <a:r>
              <a:rPr lang="en-CA" sz="1600" err="1"/>
              <a:t>aptent</a:t>
            </a:r>
            <a:r>
              <a:rPr lang="en-CA" sz="1600"/>
              <a:t> </a:t>
            </a:r>
            <a:r>
              <a:rPr lang="en-CA" sz="1600" err="1"/>
              <a:t>taciti</a:t>
            </a:r>
            <a:r>
              <a:rPr lang="en-CA" sz="1600"/>
              <a:t> </a:t>
            </a:r>
            <a:r>
              <a:rPr lang="en-CA" sz="1600" err="1"/>
              <a:t>sociosqu</a:t>
            </a:r>
            <a:r>
              <a:rPr lang="en-CA" sz="1600"/>
              <a:t> ad </a:t>
            </a:r>
            <a:r>
              <a:rPr lang="en-CA" sz="1600" err="1"/>
              <a:t>litora</a:t>
            </a:r>
            <a:r>
              <a:rPr lang="en-CA" sz="1600"/>
              <a:t> </a:t>
            </a:r>
            <a:r>
              <a:rPr lang="en-CA" sz="1600" err="1"/>
              <a:t>torquent</a:t>
            </a:r>
            <a:r>
              <a:rPr lang="en-CA" sz="1600"/>
              <a:t> per </a:t>
            </a:r>
            <a:r>
              <a:rPr lang="en-CA" sz="1600" err="1"/>
              <a:t>conubia</a:t>
            </a:r>
            <a:r>
              <a:rPr lang="en-CA" sz="1600"/>
              <a:t> nostra, per </a:t>
            </a:r>
            <a:r>
              <a:rPr lang="en-CA" sz="1600" err="1"/>
              <a:t>inceptos</a:t>
            </a:r>
            <a:r>
              <a:rPr lang="en-CA" sz="1600"/>
              <a:t> </a:t>
            </a:r>
            <a:r>
              <a:rPr lang="en-CA" sz="1600" err="1"/>
              <a:t>himenaeos</a:t>
            </a:r>
            <a:r>
              <a:rPr lang="en-CA" sz="1600"/>
              <a:t>. </a:t>
            </a:r>
          </a:p>
          <a:p>
            <a:pPr lvl="0"/>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 </a:t>
            </a:r>
            <a:r>
              <a:rPr lang="en-CA" sz="1600" err="1"/>
              <a:t>egestasemtuis</a:t>
            </a:r>
            <a:r>
              <a:rPr lang="en-CA" sz="1600"/>
              <a:t>. </a:t>
            </a:r>
            <a:r>
              <a:rPr lang="en-CA" sz="1600" err="1"/>
              <a:t>Himenaeos</a:t>
            </a:r>
            <a:r>
              <a:rPr lang="en-CA" sz="1600"/>
              <a:t>. </a:t>
            </a:r>
          </a:p>
          <a:p>
            <a:pPr lvl="0"/>
            <a:r>
              <a:rPr lang="en-CA" sz="1600"/>
              <a:t>Morbi at </a:t>
            </a:r>
            <a:r>
              <a:rPr lang="en-CA" sz="1600" err="1"/>
              <a:t>risus</a:t>
            </a:r>
            <a:r>
              <a:rPr lang="en-CA" sz="1600"/>
              <a:t> a </a:t>
            </a:r>
            <a:r>
              <a:rPr lang="en-CA" sz="1600" err="1"/>
              <a:t>augue</a:t>
            </a:r>
            <a:r>
              <a:rPr lang="en-CA" sz="1600"/>
              <a:t> gravida </a:t>
            </a:r>
            <a:r>
              <a:rPr lang="en-CA" sz="1600" err="1"/>
              <a:t>elementum</a:t>
            </a:r>
            <a:r>
              <a:rPr lang="en-CA" sz="1600"/>
              <a:t>. Class </a:t>
            </a:r>
            <a:r>
              <a:rPr lang="en-CA" sz="1600" err="1"/>
              <a:t>aptent</a:t>
            </a:r>
            <a:r>
              <a:rPr lang="en-CA" sz="1600"/>
              <a:t> </a:t>
            </a:r>
            <a:r>
              <a:rPr lang="en-CA" sz="1600" err="1"/>
              <a:t>taciti</a:t>
            </a:r>
            <a:r>
              <a:rPr lang="en-CA" sz="1600"/>
              <a:t> </a:t>
            </a:r>
            <a:r>
              <a:rPr lang="en-CA" sz="1600" err="1"/>
              <a:t>sociosqu</a:t>
            </a:r>
            <a:r>
              <a:rPr lang="en-CA" sz="1600"/>
              <a:t> ad </a:t>
            </a:r>
            <a:r>
              <a:rPr lang="en-CA" sz="1600" err="1"/>
              <a:t>litora</a:t>
            </a:r>
            <a:r>
              <a:rPr lang="en-CA" sz="1600"/>
              <a:t> </a:t>
            </a:r>
            <a:r>
              <a:rPr lang="en-CA" sz="1600" err="1"/>
              <a:t>torquent</a:t>
            </a:r>
            <a:r>
              <a:rPr lang="en-CA" sz="1600"/>
              <a:t> per </a:t>
            </a:r>
            <a:r>
              <a:rPr lang="en-CA" sz="1600" err="1"/>
              <a:t>conubia</a:t>
            </a:r>
            <a:r>
              <a:rPr lang="en-CA" sz="1600"/>
              <a:t> nostra, per </a:t>
            </a:r>
            <a:r>
              <a:rPr lang="en-CA" sz="1600" err="1"/>
              <a:t>inceptos</a:t>
            </a:r>
            <a:r>
              <a:rPr lang="en-CA" sz="1600"/>
              <a:t> </a:t>
            </a:r>
            <a:r>
              <a:rPr lang="en-CA" sz="1600" err="1"/>
              <a:t>himenaeos</a:t>
            </a:r>
            <a:r>
              <a:rPr lang="en-CA" sz="1600"/>
              <a:t>. Morbi at </a:t>
            </a:r>
            <a:r>
              <a:rPr lang="en-CA" sz="1600" err="1"/>
              <a:t>risus</a:t>
            </a:r>
            <a:r>
              <a:rPr lang="en-CA" sz="1600"/>
              <a:t> </a:t>
            </a:r>
            <a:r>
              <a:rPr lang="en-CA" sz="1600" err="1"/>
              <a:t>augue</a:t>
            </a:r>
            <a:r>
              <a:rPr lang="en-CA" sz="1600"/>
              <a:t> gravida.</a:t>
            </a:r>
            <a:endParaRPr lang="en-US"/>
          </a:p>
        </p:txBody>
      </p:sp>
      <p:sp>
        <p:nvSpPr>
          <p:cNvPr id="10" name="Footer">
            <a:extLst>
              <a:ext uri="{FF2B5EF4-FFF2-40B4-BE49-F238E27FC236}">
                <a16:creationId xmlns:a16="http://schemas.microsoft.com/office/drawing/2014/main" id="{76291F49-6D5B-5EA8-87F7-1DA4FC7B9ADA}"/>
              </a:ext>
            </a:extLst>
          </p:cNvPr>
          <p:cNvSpPr>
            <a:spLocks noGrp="1"/>
          </p:cNvSpPr>
          <p:nvPr>
            <p:ph type="ftr" sz="quarter" idx="3"/>
          </p:nvPr>
        </p:nvSpPr>
        <p:spPr>
          <a:xfrm>
            <a:off x="33496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sp>
        <p:nvSpPr>
          <p:cNvPr id="9" name="Page Number">
            <a:extLst>
              <a:ext uri="{FF2B5EF4-FFF2-40B4-BE49-F238E27FC236}">
                <a16:creationId xmlns:a16="http://schemas.microsoft.com/office/drawing/2014/main" id="{9AC63DF9-A32E-C046-FC85-D5F295AAB7E9}"/>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rgbClr val="1C1C1C"/>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rgbClr val="1C1C1C"/>
              </a:solidFill>
            </a:endParaRPr>
          </a:p>
        </p:txBody>
      </p:sp>
      <p:pic>
        <p:nvPicPr>
          <p:cNvPr id="20" name="TD Shield">
            <a:extLst>
              <a:ext uri="{FF2B5EF4-FFF2-40B4-BE49-F238E27FC236}">
                <a16:creationId xmlns:a16="http://schemas.microsoft.com/office/drawing/2014/main" id="{7EBB5612-B7E0-2014-E66E-387548D96FD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244944536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ne Column - Subject title and body copy with white background">
    <p:spTree>
      <p:nvGrpSpPr>
        <p:cNvPr id="1" name=""/>
        <p:cNvGrpSpPr/>
        <p:nvPr/>
      </p:nvGrpSpPr>
      <p:grpSpPr>
        <a:xfrm>
          <a:off x="0" y="0"/>
          <a:ext cx="0" cy="0"/>
          <a:chOff x="0" y="0"/>
          <a:chExt cx="0" cy="0"/>
        </a:xfrm>
      </p:grpSpPr>
      <p:sp>
        <p:nvSpPr>
          <p:cNvPr id="8" name="Slide title">
            <a:extLst>
              <a:ext uri="{FF2B5EF4-FFF2-40B4-BE49-F238E27FC236}">
                <a16:creationId xmlns:a16="http://schemas.microsoft.com/office/drawing/2014/main" id="{96E2D3B7-469D-80E9-2BC1-A82855BF7FD0}"/>
              </a:ext>
            </a:extLst>
          </p:cNvPr>
          <p:cNvSpPr>
            <a:spLocks noGrp="1"/>
          </p:cNvSpPr>
          <p:nvPr>
            <p:ph type="ctrTitle" hasCustomPrompt="1"/>
          </p:nvPr>
        </p:nvSpPr>
        <p:spPr>
          <a:xfrm>
            <a:off x="792666" y="780257"/>
            <a:ext cx="5585254" cy="358041"/>
          </a:xfrm>
          <a:prstGeom prst="rect">
            <a:avLst/>
          </a:prstGeom>
        </p:spPr>
        <p:txBody>
          <a:bodyPr lIns="0" tIns="0" rIns="0" bIns="36000" anchor="t" anchorCtr="0">
            <a:noAutofit/>
          </a:bodyPr>
          <a:lstStyle>
            <a:lvl1pPr algn="l">
              <a:defRPr sz="2800" b="1" i="0">
                <a:solidFill>
                  <a:srgbClr val="038203"/>
                </a:solidFill>
                <a:latin typeface="TD Graphik Semibold" panose="020B0503030202060203" pitchFamily="34" charset="77"/>
              </a:defRPr>
            </a:lvl1pPr>
          </a:lstStyle>
          <a:p>
            <a:r>
              <a:rPr lang="en-US"/>
              <a:t>Insert slide title here</a:t>
            </a:r>
          </a:p>
        </p:txBody>
      </p:sp>
      <p:sp>
        <p:nvSpPr>
          <p:cNvPr id="5" name="Header">
            <a:extLst>
              <a:ext uri="{FF2B5EF4-FFF2-40B4-BE49-F238E27FC236}">
                <a16:creationId xmlns:a16="http://schemas.microsoft.com/office/drawing/2014/main" id="{8AE34211-A304-7964-30FD-65D0ED01A4A7}"/>
              </a:ext>
            </a:extLst>
          </p:cNvPr>
          <p:cNvSpPr>
            <a:spLocks noGrp="1"/>
          </p:cNvSpPr>
          <p:nvPr>
            <p:ph type="body" sz="quarter" idx="11" hasCustomPrompt="1"/>
          </p:nvPr>
        </p:nvSpPr>
        <p:spPr>
          <a:xfrm>
            <a:off x="782638" y="2709569"/>
            <a:ext cx="10172700" cy="358041"/>
          </a:xfrm>
          <a:prstGeom prst="rect">
            <a:avLst/>
          </a:prstGeom>
        </p:spPr>
        <p:txBody>
          <a:bodyPr lIns="0" tIns="0" rIns="0" bIns="0">
            <a:noAutofit/>
          </a:bodyPr>
          <a:lstStyle>
            <a:lvl1pPr marL="0" indent="0">
              <a:buNone/>
              <a:defRPr sz="3600" b="0" i="0" baseline="0">
                <a:latin typeface="TD Graphik Semilight" panose="020B0503030202060203" pitchFamily="34"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CA" sz="3600" b="1" i="0">
                <a:latin typeface="TD Graphik Medium" panose="020B0503030202060203" pitchFamily="34" charset="77"/>
              </a:rPr>
              <a:t>Insert subject title here.</a:t>
            </a:r>
            <a:endParaRPr lang="en-CA" sz="3600" b="0" i="0">
              <a:solidFill>
                <a:srgbClr val="1C1C1C"/>
              </a:solidFill>
              <a:latin typeface="TD Graphik Regular" panose="020B0503030202060203" pitchFamily="34" charset="77"/>
            </a:endParaRPr>
          </a:p>
        </p:txBody>
      </p:sp>
      <p:sp>
        <p:nvSpPr>
          <p:cNvPr id="12" name="Body copy">
            <a:extLst>
              <a:ext uri="{FF2B5EF4-FFF2-40B4-BE49-F238E27FC236}">
                <a16:creationId xmlns:a16="http://schemas.microsoft.com/office/drawing/2014/main" id="{CF702FE8-8ED9-C373-6642-F1B7B7832E88}"/>
              </a:ext>
            </a:extLst>
          </p:cNvPr>
          <p:cNvSpPr>
            <a:spLocks noGrp="1"/>
          </p:cNvSpPr>
          <p:nvPr>
            <p:ph type="body" sz="quarter" idx="12" hasCustomPrompt="1"/>
          </p:nvPr>
        </p:nvSpPr>
        <p:spPr>
          <a:xfrm>
            <a:off x="782639" y="3429000"/>
            <a:ext cx="10172700" cy="2460307"/>
          </a:xfrm>
          <a:prstGeom prst="rect">
            <a:avLst/>
          </a:prstGeom>
        </p:spPr>
        <p:txBody>
          <a:bodyPr lIns="0" tIns="0" rIns="0" bIns="0">
            <a:normAutofit/>
          </a:bodyPr>
          <a:lstStyle>
            <a:lvl1pPr marL="0" indent="0">
              <a:lnSpc>
                <a:spcPts val="2320"/>
              </a:lnSpc>
              <a:buNone/>
              <a:defRPr sz="1600" b="0" i="0">
                <a:latin typeface="TD Graphik Semilight" panose="020B0503030202060203" pitchFamily="34" charset="77"/>
              </a:defRPr>
            </a:lvl1pPr>
          </a:lstStyle>
          <a:p>
            <a:pPr marL="0" marR="0" lvl="0" indent="0" algn="l" defTabSz="914400" rtl="0" eaLnBrk="1" fontAlgn="auto" latinLnBrk="0" hangingPunct="1">
              <a:lnSpc>
                <a:spcPts val="2220"/>
              </a:lnSpc>
              <a:spcBef>
                <a:spcPts val="0"/>
              </a:spcBef>
              <a:spcAft>
                <a:spcPts val="0"/>
              </a:spcAft>
              <a:buClrTx/>
              <a:buSzTx/>
              <a:buFont typeface="Arial" panose="020B0604020202020204" pitchFamily="34" charset="0"/>
              <a:buNone/>
              <a:tabLst/>
              <a:defRPr/>
            </a:pPr>
            <a:r>
              <a:rPr lang="en-CA" sz="1600"/>
              <a:t>Class </a:t>
            </a:r>
            <a:r>
              <a:rPr lang="en-CA" sz="1600" err="1"/>
              <a:t>aptent</a:t>
            </a:r>
            <a:r>
              <a:rPr lang="en-CA" sz="1600"/>
              <a:t> </a:t>
            </a:r>
            <a:r>
              <a:rPr lang="en-CA" sz="1600" err="1"/>
              <a:t>taciti</a:t>
            </a:r>
            <a:r>
              <a:rPr lang="en-CA" sz="1600"/>
              <a:t> </a:t>
            </a:r>
            <a:r>
              <a:rPr lang="en-CA" sz="1600" err="1"/>
              <a:t>sociosqu</a:t>
            </a:r>
            <a:r>
              <a:rPr lang="en-CA" sz="1600"/>
              <a:t> ad </a:t>
            </a:r>
            <a:r>
              <a:rPr lang="en-CA" sz="1600" err="1"/>
              <a:t>litora</a:t>
            </a:r>
            <a:r>
              <a:rPr lang="en-CA" sz="1600"/>
              <a:t> </a:t>
            </a:r>
            <a:r>
              <a:rPr lang="en-CA" sz="1600" err="1"/>
              <a:t>torquent</a:t>
            </a:r>
            <a:r>
              <a:rPr lang="en-CA" sz="1600"/>
              <a:t> per </a:t>
            </a:r>
            <a:r>
              <a:rPr lang="en-CA" sz="1600" err="1"/>
              <a:t>conubia</a:t>
            </a:r>
            <a:r>
              <a:rPr lang="en-CA" sz="1600"/>
              <a:t> nostra, per </a:t>
            </a:r>
            <a:r>
              <a:rPr lang="en-CA" sz="1600" err="1"/>
              <a:t>inceptos</a:t>
            </a:r>
            <a:r>
              <a:rPr lang="en-CA" sz="1600"/>
              <a:t> </a:t>
            </a:r>
            <a:r>
              <a:rPr lang="en-CA" sz="1600" err="1"/>
              <a:t>himenaeos</a:t>
            </a:r>
            <a:r>
              <a:rPr lang="en-CA" sz="1600"/>
              <a:t>. 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 </a:t>
            </a:r>
            <a:r>
              <a:rPr lang="en-CA" sz="1600" err="1"/>
              <a:t>egestas</a:t>
            </a:r>
            <a:r>
              <a:rPr lang="en-CA" sz="1600"/>
              <a:t>. </a:t>
            </a:r>
            <a:r>
              <a:rPr lang="en-CA" sz="1600" err="1"/>
              <a:t>Himenaeos</a:t>
            </a:r>
            <a:r>
              <a:rPr lang="en-CA" sz="1600"/>
              <a:t> </a:t>
            </a:r>
            <a:r>
              <a:rPr lang="en-CA" sz="1600" err="1"/>
              <a:t>yotimata</a:t>
            </a:r>
            <a:r>
              <a:rPr lang="en-CA" sz="1600"/>
              <a:t> at </a:t>
            </a:r>
            <a:r>
              <a:rPr lang="en-CA" sz="1600" err="1"/>
              <a:t>risus</a:t>
            </a:r>
            <a:r>
              <a:rPr lang="en-CA" sz="1600"/>
              <a:t> a </a:t>
            </a:r>
            <a:r>
              <a:rPr lang="en-CA" sz="1600" err="1"/>
              <a:t>augue</a:t>
            </a:r>
            <a:r>
              <a:rPr lang="en-CA" sz="1600"/>
              <a:t> gravida </a:t>
            </a:r>
            <a:r>
              <a:rPr lang="en-CA" sz="1600" err="1"/>
              <a:t>elementum</a:t>
            </a:r>
            <a:r>
              <a:rPr lang="en-CA" sz="1600"/>
              <a:t>.</a:t>
            </a:r>
            <a:br>
              <a:rPr lang="en-CA" sz="1600"/>
            </a:br>
            <a:endParaRPr lang="en-CA" sz="1600"/>
          </a:p>
          <a:p>
            <a:pPr marL="0" marR="0" lvl="0" indent="0" algn="l" defTabSz="914400" rtl="0" eaLnBrk="1" fontAlgn="auto" latinLnBrk="0" hangingPunct="1">
              <a:lnSpc>
                <a:spcPts val="2220"/>
              </a:lnSpc>
              <a:spcBef>
                <a:spcPts val="0"/>
              </a:spcBef>
              <a:spcAft>
                <a:spcPts val="0"/>
              </a:spcAft>
              <a:buClrTx/>
              <a:buSzTx/>
              <a:buFont typeface="Arial" panose="020B0604020202020204" pitchFamily="34" charset="0"/>
              <a:buNone/>
              <a:tabLst/>
              <a:defRPr/>
            </a:pPr>
            <a:r>
              <a:rPr lang="en-CA" sz="1600" err="1"/>
              <a:t>Mauris</a:t>
            </a:r>
            <a:r>
              <a:rPr lang="en-CA" sz="1600"/>
              <a:t> auctor </a:t>
            </a:r>
            <a:r>
              <a:rPr lang="en-CA" sz="1600" err="1"/>
              <a:t>eleifend</a:t>
            </a:r>
            <a:r>
              <a:rPr lang="en-CA" sz="1600"/>
              <a:t> </a:t>
            </a:r>
            <a:r>
              <a:rPr lang="en-CA" sz="1600" err="1"/>
              <a:t>egestas</a:t>
            </a:r>
            <a:r>
              <a:rPr lang="en-CA" sz="1600"/>
              <a:t>. Class </a:t>
            </a:r>
            <a:r>
              <a:rPr lang="en-CA" sz="1600" err="1"/>
              <a:t>aptent</a:t>
            </a:r>
            <a:r>
              <a:rPr lang="en-CA" sz="1600"/>
              <a:t> </a:t>
            </a:r>
            <a:r>
              <a:rPr lang="en-CA" sz="1600" err="1"/>
              <a:t>taciti</a:t>
            </a:r>
            <a:r>
              <a:rPr lang="en-CA" sz="1600"/>
              <a:t>. 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Per </a:t>
            </a:r>
            <a:r>
              <a:rPr lang="en-CA" sz="1600" err="1"/>
              <a:t>conubia</a:t>
            </a:r>
            <a:r>
              <a:rPr lang="en-CA" sz="1600"/>
              <a:t> nostra per </a:t>
            </a:r>
            <a:r>
              <a:rPr lang="en-CA" sz="1600" err="1"/>
              <a:t>inceptos</a:t>
            </a:r>
            <a:r>
              <a:rPr lang="en-CA" sz="1600"/>
              <a:t> </a:t>
            </a:r>
            <a:r>
              <a:rPr lang="en-CA" sz="1600" err="1"/>
              <a:t>himenaeos</a:t>
            </a:r>
            <a:r>
              <a:rPr lang="en-CA" sz="1600"/>
              <a:t> </a:t>
            </a:r>
            <a:r>
              <a:rPr lang="en-CA" sz="1600" err="1"/>
              <a:t>risus</a:t>
            </a:r>
            <a:r>
              <a:rPr lang="en-CA" sz="1600"/>
              <a:t> </a:t>
            </a:r>
            <a:r>
              <a:rPr lang="en-CA" sz="1600" err="1"/>
              <a:t>augue</a:t>
            </a:r>
            <a:r>
              <a:rPr lang="en-CA" sz="1600"/>
              <a:t>. </a:t>
            </a:r>
            <a:r>
              <a:rPr lang="en-CA" sz="1600" err="1"/>
              <a:t>Morbituim</a:t>
            </a:r>
            <a:r>
              <a:rPr lang="en-CA" sz="1600"/>
              <a:t> at </a:t>
            </a:r>
            <a:r>
              <a:rPr lang="en-CA" sz="1600" err="1"/>
              <a:t>risus</a:t>
            </a:r>
            <a:r>
              <a:rPr lang="en-CA" sz="1600"/>
              <a:t> a </a:t>
            </a:r>
            <a:r>
              <a:rPr lang="en-CA" sz="1600" err="1"/>
              <a:t>augue</a:t>
            </a:r>
            <a:r>
              <a:rPr lang="en-CA" sz="1600"/>
              <a:t> gravida </a:t>
            </a:r>
            <a:r>
              <a:rPr lang="en-CA" sz="1600" err="1"/>
              <a:t>elementum</a:t>
            </a:r>
            <a:r>
              <a:rPr lang="en-CA" sz="1600"/>
              <a:t>. Class </a:t>
            </a:r>
            <a:r>
              <a:rPr lang="en-CA" sz="1600" err="1"/>
              <a:t>aptent</a:t>
            </a:r>
            <a:r>
              <a:rPr lang="en-CA" sz="1600"/>
              <a:t> </a:t>
            </a:r>
            <a:r>
              <a:rPr lang="en-CA" sz="1600" err="1"/>
              <a:t>taciti</a:t>
            </a:r>
            <a:r>
              <a:rPr lang="en-CA" sz="1600"/>
              <a:t> </a:t>
            </a:r>
            <a:r>
              <a:rPr lang="en-CA" sz="1600" err="1"/>
              <a:t>sociosqu</a:t>
            </a:r>
            <a:r>
              <a:rPr lang="en-CA" sz="1600"/>
              <a:t> ad </a:t>
            </a:r>
            <a:r>
              <a:rPr lang="en-CA" sz="1600" err="1"/>
              <a:t>litora</a:t>
            </a:r>
            <a:r>
              <a:rPr lang="en-CA" sz="1600"/>
              <a:t> </a:t>
            </a:r>
            <a:r>
              <a:rPr lang="en-CA" sz="1600" err="1"/>
              <a:t>torquent</a:t>
            </a:r>
            <a:r>
              <a:rPr lang="en-CA" sz="1600"/>
              <a:t> per </a:t>
            </a:r>
            <a:r>
              <a:rPr lang="en-CA" sz="1600" err="1"/>
              <a:t>conubia</a:t>
            </a:r>
            <a:r>
              <a:rPr lang="en-CA" sz="1600"/>
              <a:t> nostra, per </a:t>
            </a:r>
            <a:r>
              <a:rPr lang="en-CA" sz="1600" err="1"/>
              <a:t>inceptos</a:t>
            </a:r>
            <a:r>
              <a:rPr lang="en-CA" sz="1600"/>
              <a:t> </a:t>
            </a:r>
            <a:r>
              <a:rPr lang="en-CA" sz="1600" err="1"/>
              <a:t>himenaeos</a:t>
            </a:r>
            <a:r>
              <a:rPr lang="en-CA" sz="1600"/>
              <a:t>. </a:t>
            </a:r>
            <a:r>
              <a:rPr lang="en-CA" sz="1600" err="1"/>
              <a:t>Himenaeos</a:t>
            </a:r>
            <a:r>
              <a:rPr lang="en-CA" sz="1600"/>
              <a:t>. Morbi at </a:t>
            </a:r>
            <a:r>
              <a:rPr lang="en-CA" sz="1600" err="1"/>
              <a:t>risus</a:t>
            </a:r>
            <a:r>
              <a:rPr lang="en-CA" sz="1600"/>
              <a:t> a </a:t>
            </a:r>
            <a:r>
              <a:rPr lang="en-CA" sz="1600" err="1"/>
              <a:t>augue</a:t>
            </a:r>
            <a:r>
              <a:rPr lang="en-CA" sz="1600"/>
              <a:t> gravida </a:t>
            </a:r>
            <a:r>
              <a:rPr lang="en-CA" sz="1600" err="1"/>
              <a:t>elementum</a:t>
            </a:r>
            <a:r>
              <a:rPr lang="en-CA" sz="1600"/>
              <a:t>. Gravida </a:t>
            </a:r>
            <a:r>
              <a:rPr lang="en-CA" sz="1600" err="1"/>
              <a:t>elementum</a:t>
            </a:r>
            <a:r>
              <a:rPr lang="en-CA" sz="1600"/>
              <a:t> pulvinar </a:t>
            </a:r>
            <a:r>
              <a:rPr lang="en-CA" sz="1600" err="1"/>
              <a:t>nislmauris</a:t>
            </a:r>
            <a:r>
              <a:rPr lang="en-CA" sz="1600"/>
              <a:t> auctor </a:t>
            </a:r>
            <a:r>
              <a:rPr lang="en-CA" sz="1600" err="1"/>
              <a:t>eleifend</a:t>
            </a:r>
            <a:r>
              <a:rPr lang="en-CA" sz="1600"/>
              <a:t> </a:t>
            </a:r>
            <a:r>
              <a:rPr lang="en-CA" sz="1600" err="1"/>
              <a:t>egestas</a:t>
            </a:r>
            <a:r>
              <a:rPr lang="en-CA" sz="1600"/>
              <a:t>. </a:t>
            </a:r>
            <a:r>
              <a:rPr lang="en-CA" sz="1600" err="1"/>
              <a:t>Himenaeos</a:t>
            </a:r>
            <a:r>
              <a:rPr lang="en-CA" sz="1600"/>
              <a:t>, </a:t>
            </a:r>
            <a:r>
              <a:rPr lang="en-CA" sz="1600" err="1"/>
              <a:t>toytaoma</a:t>
            </a:r>
            <a:r>
              <a:rPr lang="en-CA" sz="1600"/>
              <a:t> </a:t>
            </a:r>
            <a:r>
              <a:rPr lang="en-CA" sz="1600" err="1"/>
              <a:t>sasitica</a:t>
            </a:r>
            <a:r>
              <a:rPr lang="en-CA" sz="1600"/>
              <a:t> </a:t>
            </a:r>
            <a:r>
              <a:rPr lang="en-CA" sz="1600" err="1"/>
              <a:t>tortitium</a:t>
            </a:r>
            <a:r>
              <a:rPr lang="en-CA" sz="1600"/>
              <a:t>. </a:t>
            </a:r>
          </a:p>
        </p:txBody>
      </p:sp>
      <p:sp>
        <p:nvSpPr>
          <p:cNvPr id="13" name="Footer">
            <a:extLst>
              <a:ext uri="{FF2B5EF4-FFF2-40B4-BE49-F238E27FC236}">
                <a16:creationId xmlns:a16="http://schemas.microsoft.com/office/drawing/2014/main" id="{96144BDC-9128-0B55-4FA0-F505F683FEC6}"/>
              </a:ext>
            </a:extLst>
          </p:cNvPr>
          <p:cNvSpPr>
            <a:spLocks noGrp="1"/>
          </p:cNvSpPr>
          <p:nvPr>
            <p:ph type="ftr" sz="quarter" idx="3"/>
          </p:nvPr>
        </p:nvSpPr>
        <p:spPr>
          <a:xfrm>
            <a:off x="334963" y="6473448"/>
            <a:ext cx="2483235" cy="184666"/>
          </a:xfrm>
        </p:spPr>
        <p:txBody>
          <a:bodyPr lIns="0" tIns="0" rIns="0" bIns="0"/>
          <a:lstStyle>
            <a:lvl1pPr algn="l">
              <a:defRPr sz="1600" b="0" i="0">
                <a:solidFill>
                  <a:srgbClr val="1C1C1C"/>
                </a:solidFill>
                <a:latin typeface="TD Graphik Semilight" panose="020B0503030202060203" pitchFamily="34" charset="77"/>
              </a:defRPr>
            </a:lvl1pPr>
          </a:lstStyle>
          <a:p>
            <a:endParaRPr lang="en-US"/>
          </a:p>
        </p:txBody>
      </p:sp>
      <p:sp>
        <p:nvSpPr>
          <p:cNvPr id="11" name="Page Number">
            <a:extLst>
              <a:ext uri="{FF2B5EF4-FFF2-40B4-BE49-F238E27FC236}">
                <a16:creationId xmlns:a16="http://schemas.microsoft.com/office/drawing/2014/main" id="{A80CC4C4-3E89-D64D-95E6-E7202C396AE5}"/>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rgbClr val="1C1C1C"/>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rgbClr val="1C1C1C"/>
              </a:solidFill>
            </a:endParaRPr>
          </a:p>
        </p:txBody>
      </p:sp>
      <p:pic>
        <p:nvPicPr>
          <p:cNvPr id="6" name="TD Shield">
            <a:extLst>
              <a:ext uri="{FF2B5EF4-FFF2-40B4-BE49-F238E27FC236}">
                <a16:creationId xmlns:a16="http://schemas.microsoft.com/office/drawing/2014/main" id="{4F67DABE-E6F5-6359-0537-565E9F087F1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14514451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Chart - Blank slide">
    <p:spTree>
      <p:nvGrpSpPr>
        <p:cNvPr id="1" name=""/>
        <p:cNvGrpSpPr/>
        <p:nvPr/>
      </p:nvGrpSpPr>
      <p:grpSpPr>
        <a:xfrm>
          <a:off x="0" y="0"/>
          <a:ext cx="0" cy="0"/>
          <a:chOff x="0" y="0"/>
          <a:chExt cx="0" cy="0"/>
        </a:xfrm>
      </p:grpSpPr>
      <p:sp>
        <p:nvSpPr>
          <p:cNvPr id="8" name="Slide title">
            <a:extLst>
              <a:ext uri="{FF2B5EF4-FFF2-40B4-BE49-F238E27FC236}">
                <a16:creationId xmlns:a16="http://schemas.microsoft.com/office/drawing/2014/main" id="{DFAB973D-3F74-BDAE-2A4C-139D779778BF}"/>
              </a:ext>
            </a:extLst>
          </p:cNvPr>
          <p:cNvSpPr>
            <a:spLocks noGrp="1"/>
          </p:cNvSpPr>
          <p:nvPr>
            <p:ph type="ctrTitle" hasCustomPrompt="1"/>
          </p:nvPr>
        </p:nvSpPr>
        <p:spPr>
          <a:xfrm>
            <a:off x="792666" y="780257"/>
            <a:ext cx="9211490" cy="358041"/>
          </a:xfrm>
          <a:prstGeom prst="rect">
            <a:avLst/>
          </a:prstGeom>
        </p:spPr>
        <p:txBody>
          <a:bodyPr lIns="0" tIns="0" rIns="0" bIns="36000" anchor="t" anchorCtr="0">
            <a:noAutofit/>
          </a:bodyPr>
          <a:lstStyle>
            <a:lvl1pPr algn="l">
              <a:defRPr sz="2800" b="1" i="0">
                <a:solidFill>
                  <a:srgbClr val="008A00"/>
                </a:solidFill>
                <a:latin typeface="TD Graphik Semibold" panose="020B0503030202060203" pitchFamily="34" charset="77"/>
              </a:defRPr>
            </a:lvl1pPr>
          </a:lstStyle>
          <a:p>
            <a:r>
              <a:rPr lang="en-US"/>
              <a:t>Insert slide title here</a:t>
            </a:r>
          </a:p>
        </p:txBody>
      </p:sp>
      <p:sp>
        <p:nvSpPr>
          <p:cNvPr id="7" name="Footer">
            <a:extLst>
              <a:ext uri="{FF2B5EF4-FFF2-40B4-BE49-F238E27FC236}">
                <a16:creationId xmlns:a16="http://schemas.microsoft.com/office/drawing/2014/main" id="{A066F85E-D168-33D4-9720-B2188A1B15C4}"/>
              </a:ext>
            </a:extLst>
          </p:cNvPr>
          <p:cNvSpPr>
            <a:spLocks noGrp="1"/>
          </p:cNvSpPr>
          <p:nvPr>
            <p:ph type="ftr" sz="quarter" idx="3"/>
          </p:nvPr>
        </p:nvSpPr>
        <p:spPr>
          <a:xfrm>
            <a:off x="334963" y="6473448"/>
            <a:ext cx="6828888"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sp>
        <p:nvSpPr>
          <p:cNvPr id="6" name="Page Number">
            <a:extLst>
              <a:ext uri="{FF2B5EF4-FFF2-40B4-BE49-F238E27FC236}">
                <a16:creationId xmlns:a16="http://schemas.microsoft.com/office/drawing/2014/main" id="{FB2158BA-1E64-4A5D-09D1-9E13DBDF046C}"/>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rgbClr val="1C1C1C"/>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rgbClr val="1C1C1C"/>
              </a:solidFill>
            </a:endParaRPr>
          </a:p>
        </p:txBody>
      </p:sp>
      <p:pic>
        <p:nvPicPr>
          <p:cNvPr id="3" name="TD Shield">
            <a:extLst>
              <a:ext uri="{FF2B5EF4-FFF2-40B4-BE49-F238E27FC236}">
                <a16:creationId xmlns:a16="http://schemas.microsoft.com/office/drawing/2014/main" id="{5BA038F6-EFF3-2E85-6109-BE46AC636F7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81046" y="348209"/>
            <a:ext cx="482222" cy="432048"/>
          </a:xfrm>
          <a:prstGeom prst="rect">
            <a:avLst/>
          </a:prstGeom>
        </p:spPr>
      </p:pic>
    </p:spTree>
    <p:extLst>
      <p:ext uri="{BB962C8B-B14F-4D97-AF65-F5344CB8AC3E}">
        <p14:creationId xmlns:p14="http://schemas.microsoft.com/office/powerpoint/2010/main" val="27808329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DA1CDEE2-24F6-A242-B441-C1B52EFE4FC0}"/>
              </a:ext>
            </a:extLst>
          </p:cNvPr>
          <p:cNvSpPr>
            <a:spLocks noGrp="1"/>
          </p:cNvSpPr>
          <p:nvPr>
            <p:ph type="ctrTitle" hasCustomPrompt="1"/>
          </p:nvPr>
        </p:nvSpPr>
        <p:spPr>
          <a:xfrm>
            <a:off x="701226" y="780257"/>
            <a:ext cx="9930752" cy="358041"/>
          </a:xfrm>
        </p:spPr>
        <p:txBody>
          <a:bodyPr lIns="0" tIns="0" rIns="0" bIns="36000" anchor="t" anchorCtr="0">
            <a:noAutofit/>
          </a:bodyPr>
          <a:lstStyle>
            <a:lvl1pPr algn="l">
              <a:defRPr sz="2800" b="1" i="0">
                <a:solidFill>
                  <a:srgbClr val="038203"/>
                </a:solidFill>
                <a:latin typeface="TD Graphik Semibold" panose="020B0503030202060203" pitchFamily="34" charset="77"/>
              </a:defRPr>
            </a:lvl1pPr>
          </a:lstStyle>
          <a:p>
            <a:r>
              <a:rPr lang="en-US"/>
              <a:t>Insert slide title here</a:t>
            </a:r>
          </a:p>
        </p:txBody>
      </p:sp>
      <p:sp>
        <p:nvSpPr>
          <p:cNvPr id="5" name="Page Number">
            <a:extLst>
              <a:ext uri="{FF2B5EF4-FFF2-40B4-BE49-F238E27FC236}">
                <a16:creationId xmlns:a16="http://schemas.microsoft.com/office/drawing/2014/main" id="{D16C6030-47F6-7C3F-7979-5BA71BB794A7}"/>
              </a:ext>
            </a:extLst>
          </p:cNvPr>
          <p:cNvSpPr/>
          <p:nvPr userDrawn="1"/>
        </p:nvSpPr>
        <p:spPr>
          <a:xfrm>
            <a:off x="10982552" y="6453188"/>
            <a:ext cx="874486" cy="251377"/>
          </a:xfrm>
          <a:prstGeom prst="rect">
            <a:avLst/>
          </a:prstGeom>
          <a:noFill/>
          <a:ln/>
          <a:effectLst/>
        </p:spPr>
        <p:txBody>
          <a:bodyPr wrap="square" lIns="0" tIns="36000" rIns="0" bIns="0" rtlCol="0" anchor="t"/>
          <a:lstStyle/>
          <a:p>
            <a:pPr algn="r">
              <a:lnSpc>
                <a:spcPts val="1200"/>
              </a:lnSpc>
            </a:pPr>
            <a:fld id="{813E1539-BDFC-1842-B3FB-E5DB7506B1D6}" type="slidenum">
              <a:rPr lang="en-US" sz="1600" b="0" i="0" smtClean="0">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p>
        </p:txBody>
      </p:sp>
      <p:pic>
        <p:nvPicPr>
          <p:cNvPr id="3" name="TD Shield">
            <a:extLst>
              <a:ext uri="{FF2B5EF4-FFF2-40B4-BE49-F238E27FC236}">
                <a16:creationId xmlns:a16="http://schemas.microsoft.com/office/drawing/2014/main" id="{4AC8A30F-7B71-CAC9-41ED-67D3B7D10AB8}"/>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56807" y="548680"/>
            <a:ext cx="482222" cy="432048"/>
          </a:xfrm>
          <a:prstGeom prst="rect">
            <a:avLst/>
          </a:prstGeom>
        </p:spPr>
      </p:pic>
    </p:spTree>
    <p:extLst>
      <p:ext uri="{BB962C8B-B14F-4D97-AF65-F5344CB8AC3E}">
        <p14:creationId xmlns:p14="http://schemas.microsoft.com/office/powerpoint/2010/main" val="18915429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tatement - Variety green MediumText">
    <p:bg>
      <p:bgPr>
        <a:solidFill>
          <a:schemeClr val="bg1"/>
        </a:solidFill>
        <a:effectLst/>
      </p:bgPr>
    </p:bg>
    <p:spTree>
      <p:nvGrpSpPr>
        <p:cNvPr id="1" name=""/>
        <p:cNvGrpSpPr/>
        <p:nvPr/>
      </p:nvGrpSpPr>
      <p:grpSpPr>
        <a:xfrm>
          <a:off x="0" y="0"/>
          <a:ext cx="0" cy="0"/>
          <a:chOff x="0" y="0"/>
          <a:chExt cx="0" cy="0"/>
        </a:xfrm>
      </p:grpSpPr>
      <p:grpSp>
        <p:nvGrpSpPr>
          <p:cNvPr id="5" name="Green background">
            <a:extLst>
              <a:ext uri="{FF2B5EF4-FFF2-40B4-BE49-F238E27FC236}">
                <a16:creationId xmlns:a16="http://schemas.microsoft.com/office/drawing/2014/main" id="{BA3222FC-276E-0D52-D532-E435158E645B}"/>
              </a:ext>
            </a:extLst>
          </p:cNvPr>
          <p:cNvGrpSpPr/>
          <p:nvPr userDrawn="1"/>
        </p:nvGrpSpPr>
        <p:grpSpPr>
          <a:xfrm>
            <a:off x="0" y="0"/>
            <a:ext cx="12192000" cy="6858000"/>
            <a:chOff x="0" y="0"/>
            <a:chExt cx="12192000" cy="6858000"/>
          </a:xfrm>
        </p:grpSpPr>
        <p:sp>
          <p:nvSpPr>
            <p:cNvPr id="9" name="Rectangle">
              <a:extLst>
                <a:ext uri="{FF2B5EF4-FFF2-40B4-BE49-F238E27FC236}">
                  <a16:creationId xmlns:a16="http://schemas.microsoft.com/office/drawing/2014/main" id="{B8E612CB-7425-148D-5FA6-4C241FA547BA}"/>
                </a:ext>
                <a:ext uri="{C183D7F6-B498-43B3-948B-1728B52AA6E4}">
                  <adec:decorative xmlns:adec="http://schemas.microsoft.com/office/drawing/2017/decorative" val="1"/>
                </a:ext>
              </a:extLst>
            </p:cNvPr>
            <p:cNvSpPr/>
            <p:nvPr userDrawn="1"/>
          </p:nvSpPr>
          <p:spPr>
            <a:xfrm>
              <a:off x="6858000" y="1"/>
              <a:ext cx="2653284" cy="2653284"/>
            </a:xfrm>
            <a:prstGeom prst="rect">
              <a:avLst/>
            </a:prstGeom>
            <a:solidFill>
              <a:srgbClr val="43B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8A00"/>
                </a:solidFill>
              </a:endParaRPr>
            </a:p>
          </p:txBody>
        </p:sp>
        <p:sp>
          <p:nvSpPr>
            <p:cNvPr id="12" name="Rectangle">
              <a:extLst>
                <a:ext uri="{FF2B5EF4-FFF2-40B4-BE49-F238E27FC236}">
                  <a16:creationId xmlns:a16="http://schemas.microsoft.com/office/drawing/2014/main" id="{91D70E1D-67C9-5B88-E033-157A9B3D7061}"/>
                </a:ext>
                <a:ext uri="{C183D7F6-B498-43B3-948B-1728B52AA6E4}">
                  <adec:decorative xmlns:adec="http://schemas.microsoft.com/office/drawing/2017/decorative" val="1"/>
                </a:ext>
              </a:extLst>
            </p:cNvPr>
            <p:cNvSpPr/>
            <p:nvPr userDrawn="1"/>
          </p:nvSpPr>
          <p:spPr>
            <a:xfrm>
              <a:off x="6858000" y="2653285"/>
              <a:ext cx="5334000" cy="4204715"/>
            </a:xfrm>
            <a:prstGeom prst="rect">
              <a:avLst/>
            </a:prstGeom>
            <a:solidFill>
              <a:srgbClr val="0382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8A00"/>
                </a:solidFill>
              </a:endParaRPr>
            </a:p>
          </p:txBody>
        </p:sp>
        <p:sp>
          <p:nvSpPr>
            <p:cNvPr id="2" name="Rectangle">
              <a:extLst>
                <a:ext uri="{FF2B5EF4-FFF2-40B4-BE49-F238E27FC236}">
                  <a16:creationId xmlns:a16="http://schemas.microsoft.com/office/drawing/2014/main" id="{D12D94B9-CA19-2C27-CC38-AB3DF8E3B037}"/>
                </a:ext>
                <a:ext uri="{C183D7F6-B498-43B3-948B-1728B52AA6E4}">
                  <adec:decorative xmlns:adec="http://schemas.microsoft.com/office/drawing/2017/decorative" val="1"/>
                </a:ext>
              </a:extLst>
            </p:cNvPr>
            <p:cNvSpPr/>
            <p:nvPr userDrawn="1"/>
          </p:nvSpPr>
          <p:spPr>
            <a:xfrm>
              <a:off x="0" y="0"/>
              <a:ext cx="6858000" cy="6858000"/>
            </a:xfrm>
            <a:prstGeom prst="rect">
              <a:avLst/>
            </a:prstGeom>
            <a:solidFill>
              <a:srgbClr val="1A53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Slide title">
            <a:extLst>
              <a:ext uri="{FF2B5EF4-FFF2-40B4-BE49-F238E27FC236}">
                <a16:creationId xmlns:a16="http://schemas.microsoft.com/office/drawing/2014/main" id="{65F0444D-6147-B2BD-61EA-7F1F65D999B2}"/>
              </a:ext>
            </a:extLst>
          </p:cNvPr>
          <p:cNvSpPr>
            <a:spLocks noGrp="1"/>
          </p:cNvSpPr>
          <p:nvPr>
            <p:ph type="ctrTitle" hasCustomPrompt="1"/>
          </p:nvPr>
        </p:nvSpPr>
        <p:spPr>
          <a:xfrm>
            <a:off x="792667" y="780257"/>
            <a:ext cx="5303334" cy="358041"/>
          </a:xfrm>
        </p:spPr>
        <p:txBody>
          <a:bodyPr lIns="0" tIns="0" rIns="0" bIns="36000" anchor="t" anchorCtr="0">
            <a:noAutofit/>
          </a:bodyPr>
          <a:lstStyle>
            <a:lvl1pPr algn="l">
              <a:defRPr sz="2800" b="1" i="0">
                <a:solidFill>
                  <a:schemeClr val="bg1"/>
                </a:solidFill>
                <a:latin typeface="TD Graphik Semibold" panose="020B0503030202060203" pitchFamily="34" charset="77"/>
              </a:defRPr>
            </a:lvl1pPr>
          </a:lstStyle>
          <a:p>
            <a:r>
              <a:rPr lang="en-US"/>
              <a:t>Insert slide title here</a:t>
            </a:r>
          </a:p>
        </p:txBody>
      </p:sp>
      <p:sp>
        <p:nvSpPr>
          <p:cNvPr id="4" name="Statement quote">
            <a:extLst>
              <a:ext uri="{FF2B5EF4-FFF2-40B4-BE49-F238E27FC236}">
                <a16:creationId xmlns:a16="http://schemas.microsoft.com/office/drawing/2014/main" id="{F275D0A2-AE19-7D4F-C7DA-EE24F5FA5D8C}"/>
              </a:ext>
            </a:extLst>
          </p:cNvPr>
          <p:cNvSpPr>
            <a:spLocks noGrp="1"/>
          </p:cNvSpPr>
          <p:nvPr>
            <p:ph type="body" sz="quarter" idx="13" hasCustomPrompt="1"/>
          </p:nvPr>
        </p:nvSpPr>
        <p:spPr>
          <a:xfrm>
            <a:off x="812478" y="2280252"/>
            <a:ext cx="5283521" cy="2464468"/>
          </a:xfrm>
        </p:spPr>
        <p:txBody>
          <a:bodyPr lIns="0" tIns="0" rIns="0" bIns="0">
            <a:noAutofit/>
          </a:bodyPr>
          <a:lstStyle>
            <a:lvl1pPr marL="0" indent="0">
              <a:buNone/>
              <a:defRPr sz="3600" b="1" i="0">
                <a:solidFill>
                  <a:schemeClr val="bg1"/>
                </a:solidFill>
                <a:latin typeface="TD Graphik Medium" panose="020B0503030202060203" pitchFamily="34" charset="77"/>
              </a:defRPr>
            </a:lvl1pPr>
          </a:lstStyle>
          <a:p>
            <a:pPr lvl="0"/>
            <a:r>
              <a:rPr lang="en-US"/>
              <a:t>Explore unexpectedly human ways to manage your bank accounts 24/7—even when you're on the go.</a:t>
            </a:r>
          </a:p>
        </p:txBody>
      </p:sp>
      <p:sp>
        <p:nvSpPr>
          <p:cNvPr id="14" name="Quote citation">
            <a:extLst>
              <a:ext uri="{FF2B5EF4-FFF2-40B4-BE49-F238E27FC236}">
                <a16:creationId xmlns:a16="http://schemas.microsoft.com/office/drawing/2014/main" id="{9BD20076-AB61-2058-C0A9-476705A0E681}"/>
              </a:ext>
            </a:extLst>
          </p:cNvPr>
          <p:cNvSpPr>
            <a:spLocks noGrp="1"/>
          </p:cNvSpPr>
          <p:nvPr>
            <p:ph type="body" sz="quarter" idx="11" hasCustomPrompt="1"/>
          </p:nvPr>
        </p:nvSpPr>
        <p:spPr>
          <a:xfrm>
            <a:off x="792667" y="5034102"/>
            <a:ext cx="3637228" cy="204626"/>
          </a:xfrm>
        </p:spPr>
        <p:txBody>
          <a:bodyPr lIns="0" tIns="0" rIns="0" bIns="0">
            <a:noAutofit/>
          </a:bodyPr>
          <a:lstStyle>
            <a:lvl1pPr marL="0" indent="0">
              <a:buNone/>
              <a:defRPr sz="2000" b="0" i="0">
                <a:solidFill>
                  <a:schemeClr val="bg1"/>
                </a:solidFill>
                <a:latin typeface="TD Graphik Semilight" panose="020B0503030202060203" pitchFamily="34" charset="77"/>
              </a:defRPr>
            </a:lvl1pPr>
          </a:lstStyle>
          <a:p>
            <a:pPr lvl="0"/>
            <a:r>
              <a:rPr lang="en-US"/>
              <a:t>Quote citation </a:t>
            </a:r>
          </a:p>
        </p:txBody>
      </p:sp>
      <p:sp>
        <p:nvSpPr>
          <p:cNvPr id="18" name="Footer">
            <a:extLst>
              <a:ext uri="{FF2B5EF4-FFF2-40B4-BE49-F238E27FC236}">
                <a16:creationId xmlns:a16="http://schemas.microsoft.com/office/drawing/2014/main" id="{30D4BBFB-AC4F-9C8E-9CDB-274170F2E3FF}"/>
              </a:ext>
            </a:extLst>
          </p:cNvPr>
          <p:cNvSpPr>
            <a:spLocks noGrp="1"/>
          </p:cNvSpPr>
          <p:nvPr>
            <p:ph type="ftr" sz="quarter" idx="3"/>
          </p:nvPr>
        </p:nvSpPr>
        <p:spPr>
          <a:xfrm>
            <a:off x="33496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sp>
        <p:nvSpPr>
          <p:cNvPr id="15" name="Page Number">
            <a:extLst>
              <a:ext uri="{FF2B5EF4-FFF2-40B4-BE49-F238E27FC236}">
                <a16:creationId xmlns:a16="http://schemas.microsoft.com/office/drawing/2014/main" id="{88E6FB0E-2957-E1C7-BD8D-26D47A52A436}"/>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chemeClr val="bg1"/>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chemeClr val="bg1"/>
              </a:solidFill>
            </a:endParaRPr>
          </a:p>
        </p:txBody>
      </p:sp>
      <p:pic>
        <p:nvPicPr>
          <p:cNvPr id="3" name="TD shield">
            <a:extLst>
              <a:ext uri="{FF2B5EF4-FFF2-40B4-BE49-F238E27FC236}">
                <a16:creationId xmlns:a16="http://schemas.microsoft.com/office/drawing/2014/main" id="{A14F858E-DAC6-634A-06D5-A8FF56F80A36}"/>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27860167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tatement - Speach bubble green medium text">
    <p:bg>
      <p:bgPr>
        <a:solidFill>
          <a:schemeClr val="bg1"/>
        </a:solidFill>
        <a:effectLst/>
      </p:bgPr>
    </p:bg>
    <p:spTree>
      <p:nvGrpSpPr>
        <p:cNvPr id="1" name=""/>
        <p:cNvGrpSpPr/>
        <p:nvPr/>
      </p:nvGrpSpPr>
      <p:grpSpPr>
        <a:xfrm>
          <a:off x="0" y="0"/>
          <a:ext cx="0" cy="0"/>
          <a:chOff x="0" y="0"/>
          <a:chExt cx="0" cy="0"/>
        </a:xfrm>
      </p:grpSpPr>
      <p:sp>
        <p:nvSpPr>
          <p:cNvPr id="4" name="Green rectangle">
            <a:extLst>
              <a:ext uri="{FF2B5EF4-FFF2-40B4-BE49-F238E27FC236}">
                <a16:creationId xmlns:a16="http://schemas.microsoft.com/office/drawing/2014/main" id="{69EF3924-F95A-E303-97ED-C81342BD443B}"/>
              </a:ext>
            </a:extLst>
          </p:cNvPr>
          <p:cNvSpPr/>
          <p:nvPr userDrawn="1"/>
        </p:nvSpPr>
        <p:spPr>
          <a:xfrm>
            <a:off x="3201" y="0"/>
            <a:ext cx="1105062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title">
            <a:extLst>
              <a:ext uri="{FF2B5EF4-FFF2-40B4-BE49-F238E27FC236}">
                <a16:creationId xmlns:a16="http://schemas.microsoft.com/office/drawing/2014/main" id="{1EFD09F5-4673-3F53-5703-7FA8049AED31}"/>
              </a:ext>
            </a:extLst>
          </p:cNvPr>
          <p:cNvSpPr>
            <a:spLocks noGrp="1"/>
          </p:cNvSpPr>
          <p:nvPr>
            <p:ph type="ctrTitle" hasCustomPrompt="1"/>
          </p:nvPr>
        </p:nvSpPr>
        <p:spPr>
          <a:xfrm>
            <a:off x="792666" y="780257"/>
            <a:ext cx="6459107" cy="358041"/>
          </a:xfrm>
        </p:spPr>
        <p:txBody>
          <a:bodyPr lIns="0" tIns="0" rIns="0" bIns="36000" anchor="t" anchorCtr="0">
            <a:noAutofit/>
          </a:bodyPr>
          <a:lstStyle>
            <a:lvl1pPr algn="l">
              <a:defRPr sz="2800" b="1" i="0">
                <a:solidFill>
                  <a:srgbClr val="1C1C1C"/>
                </a:solidFill>
                <a:latin typeface="TD Graphik Semibold" panose="020B0503030202060203" pitchFamily="34" charset="77"/>
              </a:defRPr>
            </a:lvl1pPr>
          </a:lstStyle>
          <a:p>
            <a:r>
              <a:rPr lang="en-US"/>
              <a:t>Insert slide title here</a:t>
            </a:r>
          </a:p>
        </p:txBody>
      </p:sp>
      <p:pic>
        <p:nvPicPr>
          <p:cNvPr id="3" name="Quote bubble" descr="White quote bubble with a dark green border&#10;">
            <a:extLst>
              <a:ext uri="{FF2B5EF4-FFF2-40B4-BE49-F238E27FC236}">
                <a16:creationId xmlns:a16="http://schemas.microsoft.com/office/drawing/2014/main" id="{8515FE91-07E6-51C9-09D0-C8403961E0AE}"/>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642312" y="1477597"/>
            <a:ext cx="7772400" cy="4984229"/>
          </a:xfrm>
          <a:prstGeom prst="rect">
            <a:avLst/>
          </a:prstGeom>
        </p:spPr>
      </p:pic>
      <p:sp>
        <p:nvSpPr>
          <p:cNvPr id="13" name="Quote citation">
            <a:extLst>
              <a:ext uri="{FF2B5EF4-FFF2-40B4-BE49-F238E27FC236}">
                <a16:creationId xmlns:a16="http://schemas.microsoft.com/office/drawing/2014/main" id="{C774C8D4-2264-E17A-51A5-3193DA03F83A}"/>
              </a:ext>
            </a:extLst>
          </p:cNvPr>
          <p:cNvSpPr>
            <a:spLocks noGrp="1"/>
          </p:cNvSpPr>
          <p:nvPr>
            <p:ph type="body" sz="quarter" idx="11" hasCustomPrompt="1"/>
          </p:nvPr>
        </p:nvSpPr>
        <p:spPr>
          <a:xfrm>
            <a:off x="3297711" y="4683719"/>
            <a:ext cx="3637228" cy="204626"/>
          </a:xfrm>
        </p:spPr>
        <p:txBody>
          <a:bodyPr lIns="0" tIns="0" rIns="0" bIns="0">
            <a:normAutofit/>
          </a:bodyPr>
          <a:lstStyle>
            <a:lvl1pPr marL="0" indent="0">
              <a:buNone/>
              <a:defRPr sz="1600" b="0" i="0">
                <a:solidFill>
                  <a:srgbClr val="1A5336"/>
                </a:solidFill>
                <a:latin typeface="TD Graphik Semilight" panose="020B0503030202060203" pitchFamily="34" charset="77"/>
              </a:defRPr>
            </a:lvl1pPr>
          </a:lstStyle>
          <a:p>
            <a:pPr lvl="0"/>
            <a:r>
              <a:rPr lang="en-US"/>
              <a:t>TD Bank</a:t>
            </a:r>
          </a:p>
        </p:txBody>
      </p:sp>
      <p:sp>
        <p:nvSpPr>
          <p:cNvPr id="16" name="Quote">
            <a:extLst>
              <a:ext uri="{FF2B5EF4-FFF2-40B4-BE49-F238E27FC236}">
                <a16:creationId xmlns:a16="http://schemas.microsoft.com/office/drawing/2014/main" id="{1E1D04BB-8AD7-DEE2-27B1-A27EE4D95490}"/>
              </a:ext>
            </a:extLst>
          </p:cNvPr>
          <p:cNvSpPr>
            <a:spLocks noGrp="1"/>
          </p:cNvSpPr>
          <p:nvPr>
            <p:ph type="body" sz="quarter" idx="13" hasCustomPrompt="1"/>
          </p:nvPr>
        </p:nvSpPr>
        <p:spPr>
          <a:xfrm>
            <a:off x="3297711" y="2230843"/>
            <a:ext cx="5059543" cy="2452876"/>
          </a:xfrm>
        </p:spPr>
        <p:txBody>
          <a:bodyPr lIns="0" tIns="0" rIns="0" bIns="0">
            <a:noAutofit/>
          </a:bodyPr>
          <a:lstStyle>
            <a:lvl1pPr marL="0" indent="0">
              <a:buNone/>
              <a:defRPr sz="3600" b="1" i="0">
                <a:solidFill>
                  <a:srgbClr val="1A5336"/>
                </a:solidFill>
                <a:latin typeface="TD Graphik Medium" panose="020B0503030202060203" pitchFamily="34" charset="77"/>
              </a:defRPr>
            </a:lvl1pPr>
          </a:lstStyle>
          <a:p>
            <a:pPr lvl="0"/>
            <a:r>
              <a:rPr lang="en-US"/>
              <a:t>Explore unexpectedly human ways to manage your bank accounts 24/7</a:t>
            </a:r>
          </a:p>
        </p:txBody>
      </p:sp>
      <p:sp>
        <p:nvSpPr>
          <p:cNvPr id="10" name="Page Number">
            <a:extLst>
              <a:ext uri="{FF2B5EF4-FFF2-40B4-BE49-F238E27FC236}">
                <a16:creationId xmlns:a16="http://schemas.microsoft.com/office/drawing/2014/main" id="{3BDEDAC0-14DE-4744-30BD-D6C93EEFC0B3}"/>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rgbClr val="1C1C1C"/>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rgbClr val="1C1C1C"/>
              </a:solidFill>
            </a:endParaRPr>
          </a:p>
        </p:txBody>
      </p:sp>
      <p:sp>
        <p:nvSpPr>
          <p:cNvPr id="11" name="Footer">
            <a:extLst>
              <a:ext uri="{FF2B5EF4-FFF2-40B4-BE49-F238E27FC236}">
                <a16:creationId xmlns:a16="http://schemas.microsoft.com/office/drawing/2014/main" id="{C36A0C7C-6164-6866-D00C-D549433992CD}"/>
              </a:ext>
            </a:extLst>
          </p:cNvPr>
          <p:cNvSpPr>
            <a:spLocks noGrp="1"/>
          </p:cNvSpPr>
          <p:nvPr>
            <p:ph type="ftr" sz="quarter" idx="3"/>
          </p:nvPr>
        </p:nvSpPr>
        <p:spPr>
          <a:xfrm>
            <a:off x="334963" y="6473448"/>
            <a:ext cx="2483235" cy="184666"/>
          </a:xfrm>
        </p:spPr>
        <p:txBody>
          <a:bodyPr lIns="0" tIns="0" rIns="0" bIns="0"/>
          <a:lstStyle>
            <a:lvl1pPr algn="l">
              <a:defRPr sz="1600" b="0" i="0">
                <a:solidFill>
                  <a:srgbClr val="1C1C1C"/>
                </a:solidFill>
                <a:latin typeface="TD Graphik Semilight" panose="020B0503030202060203" pitchFamily="34" charset="77"/>
              </a:defRPr>
            </a:lvl1pPr>
          </a:lstStyle>
          <a:p>
            <a:endParaRPr lang="en-US"/>
          </a:p>
        </p:txBody>
      </p:sp>
      <p:pic>
        <p:nvPicPr>
          <p:cNvPr id="6" name="TD Shield">
            <a:extLst>
              <a:ext uri="{FF2B5EF4-FFF2-40B4-BE49-F238E27FC236}">
                <a16:creationId xmlns:a16="http://schemas.microsoft.com/office/drawing/2014/main" id="{C1D73E0E-3EA2-A610-A232-3EC6DC9495B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41436931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Split - 2/3 White-Green">
    <p:spTree>
      <p:nvGrpSpPr>
        <p:cNvPr id="1" name=""/>
        <p:cNvGrpSpPr/>
        <p:nvPr/>
      </p:nvGrpSpPr>
      <p:grpSpPr>
        <a:xfrm>
          <a:off x="0" y="0"/>
          <a:ext cx="0" cy="0"/>
          <a:chOff x="0" y="0"/>
          <a:chExt cx="0" cy="0"/>
        </a:xfrm>
      </p:grpSpPr>
      <p:sp>
        <p:nvSpPr>
          <p:cNvPr id="20" name="Slide title">
            <a:extLst>
              <a:ext uri="{FF2B5EF4-FFF2-40B4-BE49-F238E27FC236}">
                <a16:creationId xmlns:a16="http://schemas.microsoft.com/office/drawing/2014/main" id="{5698263F-575D-75EE-A340-B69ADE3DCE4A}"/>
              </a:ext>
            </a:extLst>
          </p:cNvPr>
          <p:cNvSpPr>
            <a:spLocks noGrp="1"/>
          </p:cNvSpPr>
          <p:nvPr>
            <p:ph type="ctrTitle" hasCustomPrompt="1"/>
          </p:nvPr>
        </p:nvSpPr>
        <p:spPr>
          <a:xfrm>
            <a:off x="792666" y="780257"/>
            <a:ext cx="6118016" cy="358041"/>
          </a:xfrm>
          <a:prstGeom prst="rect">
            <a:avLst/>
          </a:prstGeom>
        </p:spPr>
        <p:txBody>
          <a:bodyPr lIns="0" tIns="0" rIns="0" bIns="36000" anchor="t" anchorCtr="0">
            <a:noAutofit/>
          </a:bodyPr>
          <a:lstStyle>
            <a:lvl1pPr algn="l">
              <a:defRPr sz="2800" b="1" i="0">
                <a:solidFill>
                  <a:srgbClr val="008A00"/>
                </a:solidFill>
                <a:latin typeface="TD Graphik Semibold" panose="020B0503030202060203" pitchFamily="34" charset="77"/>
              </a:defRPr>
            </a:lvl1pPr>
          </a:lstStyle>
          <a:p>
            <a:r>
              <a:rPr lang="en-US"/>
              <a:t>Insert slide title here</a:t>
            </a:r>
          </a:p>
        </p:txBody>
      </p:sp>
      <p:sp>
        <p:nvSpPr>
          <p:cNvPr id="37" name="Title">
            <a:extLst>
              <a:ext uri="{FF2B5EF4-FFF2-40B4-BE49-F238E27FC236}">
                <a16:creationId xmlns:a16="http://schemas.microsoft.com/office/drawing/2014/main" id="{0DECF06E-D92E-AF3B-2AFE-D50081E62305}"/>
              </a:ext>
            </a:extLst>
          </p:cNvPr>
          <p:cNvSpPr>
            <a:spLocks noGrp="1"/>
          </p:cNvSpPr>
          <p:nvPr>
            <p:ph type="body" sz="quarter" idx="11" hasCustomPrompt="1"/>
          </p:nvPr>
        </p:nvSpPr>
        <p:spPr>
          <a:xfrm>
            <a:off x="782638" y="2074854"/>
            <a:ext cx="6118017" cy="425593"/>
          </a:xfrm>
        </p:spPr>
        <p:txBody>
          <a:bodyPr lIns="0" tIns="0" rIns="0" bIns="0">
            <a:noAutofit/>
          </a:bodyPr>
          <a:lstStyle>
            <a:lvl1pPr marL="0" indent="0">
              <a:buNone/>
              <a:defRPr sz="3600" b="1" i="0" baseline="0">
                <a:latin typeface="TD Graphik Medium" panose="020B0503030202060203" pitchFamily="34"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CA" sz="3600" b="1" i="0">
                <a:latin typeface="TD Graphik Medium" panose="020B0503030202060203" pitchFamily="34" charset="77"/>
              </a:rPr>
              <a:t>Insert subject title here.</a:t>
            </a:r>
            <a:endParaRPr lang="en-CA" sz="3600" b="0" i="0">
              <a:solidFill>
                <a:srgbClr val="1C1C1C"/>
              </a:solidFill>
              <a:latin typeface="TD Graphik Regular" panose="020B0503030202060203" pitchFamily="34" charset="77"/>
            </a:endParaRPr>
          </a:p>
        </p:txBody>
      </p:sp>
      <p:sp>
        <p:nvSpPr>
          <p:cNvPr id="38" name="Body copy">
            <a:extLst>
              <a:ext uri="{FF2B5EF4-FFF2-40B4-BE49-F238E27FC236}">
                <a16:creationId xmlns:a16="http://schemas.microsoft.com/office/drawing/2014/main" id="{C924E5A0-135E-D768-E08D-1CB2A097959C}"/>
              </a:ext>
            </a:extLst>
          </p:cNvPr>
          <p:cNvSpPr>
            <a:spLocks noGrp="1"/>
          </p:cNvSpPr>
          <p:nvPr>
            <p:ph type="body" sz="quarter" idx="12" hasCustomPrompt="1"/>
          </p:nvPr>
        </p:nvSpPr>
        <p:spPr>
          <a:xfrm>
            <a:off x="782639" y="2720895"/>
            <a:ext cx="6118016" cy="1107841"/>
          </a:xfrm>
        </p:spPr>
        <p:txBody>
          <a:bodyPr lIns="0" tIns="0" rIns="0" bIns="0">
            <a:normAutofit/>
          </a:bodyPr>
          <a:lstStyle>
            <a:lvl1pPr marL="0" indent="0">
              <a:lnSpc>
                <a:spcPts val="2320"/>
              </a:lnSpc>
              <a:buNone/>
              <a:defRPr sz="1600" b="0" i="0">
                <a:latin typeface="TD Graphik Semilight" panose="020B0503030202060203" pitchFamily="34" charset="77"/>
              </a:defRPr>
            </a:lvl1pPr>
          </a:lstStyle>
          <a:p>
            <a:pPr marL="0" marR="0" lvl="0" indent="0" algn="l" defTabSz="914400" rtl="0" eaLnBrk="1" fontAlgn="auto" latinLnBrk="0" hangingPunct="1">
              <a:lnSpc>
                <a:spcPts val="2220"/>
              </a:lnSpc>
              <a:spcBef>
                <a:spcPts val="0"/>
              </a:spcBef>
              <a:spcAft>
                <a:spcPts val="0"/>
              </a:spcAft>
              <a:buClrTx/>
              <a:buSzTx/>
              <a:buFont typeface="Arial" panose="020B0604020202020204" pitchFamily="34" charset="0"/>
              <a:buNone/>
              <a:tabLst/>
              <a:defRPr/>
            </a:pPr>
            <a:r>
              <a:rPr lang="en-CA" sz="1600"/>
              <a:t>Class </a:t>
            </a:r>
            <a:r>
              <a:rPr lang="en-CA" sz="1600" err="1"/>
              <a:t>aptent</a:t>
            </a:r>
            <a:r>
              <a:rPr lang="en-CA" sz="1600"/>
              <a:t> </a:t>
            </a:r>
            <a:r>
              <a:rPr lang="en-CA" sz="1600" err="1"/>
              <a:t>taciti</a:t>
            </a:r>
            <a:r>
              <a:rPr lang="en-CA" sz="1600"/>
              <a:t> </a:t>
            </a:r>
            <a:r>
              <a:rPr lang="en-CA" sz="1600" err="1"/>
              <a:t>sociosqu</a:t>
            </a:r>
            <a:r>
              <a:rPr lang="en-CA" sz="1600"/>
              <a:t> ad </a:t>
            </a:r>
            <a:r>
              <a:rPr lang="en-CA" sz="1600" err="1"/>
              <a:t>litora</a:t>
            </a:r>
            <a:r>
              <a:rPr lang="en-CA" sz="1600"/>
              <a:t> </a:t>
            </a:r>
            <a:r>
              <a:rPr lang="en-CA" sz="1600" err="1"/>
              <a:t>torquent</a:t>
            </a:r>
            <a:r>
              <a:rPr lang="en-CA" sz="1600"/>
              <a:t> per </a:t>
            </a:r>
            <a:r>
              <a:rPr lang="en-CA" sz="1600" err="1"/>
              <a:t>conubia</a:t>
            </a:r>
            <a:r>
              <a:rPr lang="en-CA" sz="1600"/>
              <a:t> nostra, per </a:t>
            </a:r>
            <a:r>
              <a:rPr lang="en-CA" sz="1600" err="1"/>
              <a:t>inceptos</a:t>
            </a:r>
            <a:r>
              <a:rPr lang="en-CA" sz="1600"/>
              <a:t> </a:t>
            </a:r>
            <a:r>
              <a:rPr lang="en-CA" sz="1600" err="1"/>
              <a:t>himenaeos</a:t>
            </a:r>
            <a:r>
              <a:rPr lang="en-CA" sz="1600"/>
              <a:t>. 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 </a:t>
            </a:r>
            <a:r>
              <a:rPr lang="en-CA" sz="1600" err="1"/>
              <a:t>egestas</a:t>
            </a:r>
            <a:r>
              <a:rPr lang="en-CA" sz="1600"/>
              <a:t>. </a:t>
            </a:r>
            <a:r>
              <a:rPr lang="en-CA" sz="1600" err="1"/>
              <a:t>Himenaeos</a:t>
            </a:r>
            <a:r>
              <a:rPr lang="en-CA" sz="1600"/>
              <a:t>. Morbi at </a:t>
            </a:r>
            <a:r>
              <a:rPr lang="en-CA" sz="1600" err="1"/>
              <a:t>risus</a:t>
            </a:r>
            <a:r>
              <a:rPr lang="en-CA" sz="1600"/>
              <a:t> a </a:t>
            </a:r>
            <a:r>
              <a:rPr lang="en-CA" sz="1600" err="1"/>
              <a:t>augue</a:t>
            </a:r>
            <a:r>
              <a:rPr lang="en-CA" sz="1600"/>
              <a:t> gravida </a:t>
            </a:r>
            <a:r>
              <a:rPr lang="en-CA" sz="1600" err="1"/>
              <a:t>elementum</a:t>
            </a:r>
            <a:r>
              <a:rPr lang="en-CA" sz="1600"/>
              <a:t>.</a:t>
            </a:r>
          </a:p>
        </p:txBody>
      </p:sp>
      <p:sp>
        <p:nvSpPr>
          <p:cNvPr id="39" name="Statistic 1">
            <a:extLst>
              <a:ext uri="{FF2B5EF4-FFF2-40B4-BE49-F238E27FC236}">
                <a16:creationId xmlns:a16="http://schemas.microsoft.com/office/drawing/2014/main" id="{D0DF3F03-06AE-4853-C777-8B8734230516}"/>
              </a:ext>
            </a:extLst>
          </p:cNvPr>
          <p:cNvSpPr>
            <a:spLocks noGrp="1"/>
          </p:cNvSpPr>
          <p:nvPr>
            <p:ph type="body" sz="quarter" idx="10" hasCustomPrompt="1"/>
          </p:nvPr>
        </p:nvSpPr>
        <p:spPr>
          <a:xfrm>
            <a:off x="792666" y="4294279"/>
            <a:ext cx="1788284" cy="524478"/>
          </a:xfrm>
        </p:spPr>
        <p:txBody>
          <a:bodyPr lIns="0" tIns="0" rIns="0" bIns="0">
            <a:normAutofit/>
          </a:bodyPr>
          <a:lstStyle>
            <a:lvl1pPr marL="0" indent="0" algn="ctr">
              <a:buNone/>
              <a:defRPr sz="4400" b="1" i="0">
                <a:solidFill>
                  <a:srgbClr val="1A5336"/>
                </a:solidFill>
                <a:latin typeface="TD Graphik Semibold" panose="020B0503030202060203" pitchFamily="34" charset="77"/>
              </a:defRPr>
            </a:lvl1pPr>
          </a:lstStyle>
          <a:p>
            <a:pPr lvl="0"/>
            <a:r>
              <a:rPr lang="en-US"/>
              <a:t>88%</a:t>
            </a:r>
          </a:p>
        </p:txBody>
      </p:sp>
      <p:sp>
        <p:nvSpPr>
          <p:cNvPr id="40" name="Caption 1">
            <a:extLst>
              <a:ext uri="{FF2B5EF4-FFF2-40B4-BE49-F238E27FC236}">
                <a16:creationId xmlns:a16="http://schemas.microsoft.com/office/drawing/2014/main" id="{039CBF26-3AEC-704B-A39C-34150BA30B77}"/>
              </a:ext>
            </a:extLst>
          </p:cNvPr>
          <p:cNvSpPr>
            <a:spLocks noGrp="1"/>
          </p:cNvSpPr>
          <p:nvPr>
            <p:ph type="body" sz="quarter" idx="16" hasCustomPrompt="1"/>
          </p:nvPr>
        </p:nvSpPr>
        <p:spPr>
          <a:xfrm>
            <a:off x="792667" y="4976527"/>
            <a:ext cx="1788284" cy="524478"/>
          </a:xfrm>
        </p:spPr>
        <p:txBody>
          <a:bodyPr lIns="0" tIns="0" rIns="0" bIns="0">
            <a:noAutofit/>
          </a:bodyPr>
          <a:lstStyle>
            <a:lvl1pPr marL="0" indent="0" algn="ctr">
              <a:lnSpc>
                <a:spcPct val="100000"/>
              </a:lnSpc>
              <a:spcBef>
                <a:spcPts val="0"/>
              </a:spcBef>
              <a:buNone/>
              <a:defRPr sz="1600" b="1" i="0">
                <a:latin typeface="TD Graphik Medium" panose="020B0503030202060203" pitchFamily="34" charset="77"/>
              </a:defRPr>
            </a:lvl1pPr>
          </a:lstStyle>
          <a:p>
            <a:pPr lvl="0"/>
            <a:r>
              <a:rPr lang="en-CA" sz="1600"/>
              <a:t>Class </a:t>
            </a:r>
            <a:r>
              <a:rPr lang="en-CA" sz="1600" err="1"/>
              <a:t>aptent</a:t>
            </a:r>
            <a:r>
              <a:rPr lang="en-CA" sz="1600"/>
              <a:t> </a:t>
            </a:r>
            <a:r>
              <a:rPr lang="en-CA" sz="1600" err="1"/>
              <a:t>taciti</a:t>
            </a:r>
            <a:r>
              <a:rPr lang="en-CA" sz="1600"/>
              <a:t> </a:t>
            </a:r>
            <a:r>
              <a:rPr lang="en-CA" sz="1600" err="1"/>
              <a:t>sociosqu</a:t>
            </a:r>
            <a:r>
              <a:rPr lang="en-CA" sz="1600"/>
              <a:t> ad</a:t>
            </a:r>
            <a:endParaRPr lang="en-US"/>
          </a:p>
        </p:txBody>
      </p:sp>
      <p:sp>
        <p:nvSpPr>
          <p:cNvPr id="45" name="Statistic 2">
            <a:extLst>
              <a:ext uri="{FF2B5EF4-FFF2-40B4-BE49-F238E27FC236}">
                <a16:creationId xmlns:a16="http://schemas.microsoft.com/office/drawing/2014/main" id="{33666246-E359-184A-4F0F-4D31B9AC6622}"/>
              </a:ext>
            </a:extLst>
          </p:cNvPr>
          <p:cNvSpPr>
            <a:spLocks noGrp="1"/>
          </p:cNvSpPr>
          <p:nvPr>
            <p:ph type="body" sz="quarter" idx="17" hasCustomPrompt="1"/>
          </p:nvPr>
        </p:nvSpPr>
        <p:spPr>
          <a:xfrm>
            <a:off x="2946144" y="4276701"/>
            <a:ext cx="1788284" cy="524478"/>
          </a:xfrm>
        </p:spPr>
        <p:txBody>
          <a:bodyPr lIns="0" tIns="0" rIns="0" bIns="0">
            <a:normAutofit/>
          </a:bodyPr>
          <a:lstStyle>
            <a:lvl1pPr marL="0" indent="0" algn="ctr">
              <a:buNone/>
              <a:defRPr sz="4400" b="1" i="0">
                <a:solidFill>
                  <a:srgbClr val="1A5336"/>
                </a:solidFill>
                <a:latin typeface="TD Graphik Semibold" panose="020B0503030202060203" pitchFamily="34" charset="77"/>
              </a:defRPr>
            </a:lvl1pPr>
          </a:lstStyle>
          <a:p>
            <a:pPr lvl="0"/>
            <a:r>
              <a:rPr lang="en-US"/>
              <a:t>88%</a:t>
            </a:r>
          </a:p>
        </p:txBody>
      </p:sp>
      <p:sp>
        <p:nvSpPr>
          <p:cNvPr id="46" name="Caption 2">
            <a:extLst>
              <a:ext uri="{FF2B5EF4-FFF2-40B4-BE49-F238E27FC236}">
                <a16:creationId xmlns:a16="http://schemas.microsoft.com/office/drawing/2014/main" id="{AA3101B2-912C-7C85-76CA-0C3ABE97CA02}"/>
              </a:ext>
            </a:extLst>
          </p:cNvPr>
          <p:cNvSpPr>
            <a:spLocks noGrp="1"/>
          </p:cNvSpPr>
          <p:nvPr>
            <p:ph type="body" sz="quarter" idx="18" hasCustomPrompt="1"/>
          </p:nvPr>
        </p:nvSpPr>
        <p:spPr>
          <a:xfrm>
            <a:off x="2946145" y="4958949"/>
            <a:ext cx="1788284" cy="524478"/>
          </a:xfrm>
        </p:spPr>
        <p:txBody>
          <a:bodyPr lIns="0" tIns="0" rIns="0" bIns="0">
            <a:noAutofit/>
          </a:bodyPr>
          <a:lstStyle>
            <a:lvl1pPr marL="0" indent="0" algn="ctr">
              <a:lnSpc>
                <a:spcPct val="100000"/>
              </a:lnSpc>
              <a:spcBef>
                <a:spcPts val="0"/>
              </a:spcBef>
              <a:buNone/>
              <a:defRPr sz="1600" b="1" i="0">
                <a:latin typeface="TD Graphik Medium" panose="020B0503030202060203" pitchFamily="34" charset="77"/>
              </a:defRPr>
            </a:lvl1pPr>
          </a:lstStyle>
          <a:p>
            <a:pPr lvl="0"/>
            <a:r>
              <a:rPr lang="en-CA" sz="1600"/>
              <a:t>Class </a:t>
            </a:r>
            <a:r>
              <a:rPr lang="en-CA" sz="1600" err="1"/>
              <a:t>aptent</a:t>
            </a:r>
            <a:r>
              <a:rPr lang="en-CA" sz="1600"/>
              <a:t> </a:t>
            </a:r>
            <a:r>
              <a:rPr lang="en-CA" sz="1600" err="1"/>
              <a:t>taciti</a:t>
            </a:r>
            <a:r>
              <a:rPr lang="en-CA" sz="1600"/>
              <a:t> </a:t>
            </a:r>
            <a:r>
              <a:rPr lang="en-CA" sz="1600" err="1"/>
              <a:t>sociosqu</a:t>
            </a:r>
            <a:r>
              <a:rPr lang="en-CA" sz="1600"/>
              <a:t> ad</a:t>
            </a:r>
            <a:endParaRPr lang="en-US"/>
          </a:p>
        </p:txBody>
      </p:sp>
      <p:sp>
        <p:nvSpPr>
          <p:cNvPr id="47" name="Statistic 3">
            <a:extLst>
              <a:ext uri="{FF2B5EF4-FFF2-40B4-BE49-F238E27FC236}">
                <a16:creationId xmlns:a16="http://schemas.microsoft.com/office/drawing/2014/main" id="{FCB7F5ED-B43F-38E6-F50A-4F25948C8DBC}"/>
              </a:ext>
            </a:extLst>
          </p:cNvPr>
          <p:cNvSpPr>
            <a:spLocks noGrp="1"/>
          </p:cNvSpPr>
          <p:nvPr>
            <p:ph type="body" sz="quarter" idx="19" hasCustomPrompt="1"/>
          </p:nvPr>
        </p:nvSpPr>
        <p:spPr>
          <a:xfrm>
            <a:off x="5099622" y="4294279"/>
            <a:ext cx="1788284" cy="524478"/>
          </a:xfrm>
        </p:spPr>
        <p:txBody>
          <a:bodyPr lIns="0" tIns="0" rIns="0" bIns="0">
            <a:normAutofit/>
          </a:bodyPr>
          <a:lstStyle>
            <a:lvl1pPr marL="0" indent="0" algn="ctr">
              <a:buNone/>
              <a:defRPr sz="4400" b="1" i="0">
                <a:solidFill>
                  <a:srgbClr val="1A5336"/>
                </a:solidFill>
                <a:latin typeface="TD Graphik Semibold" panose="020B0503030202060203" pitchFamily="34" charset="77"/>
              </a:defRPr>
            </a:lvl1pPr>
          </a:lstStyle>
          <a:p>
            <a:pPr lvl="0"/>
            <a:r>
              <a:rPr lang="en-US"/>
              <a:t>88%</a:t>
            </a:r>
          </a:p>
        </p:txBody>
      </p:sp>
      <p:sp>
        <p:nvSpPr>
          <p:cNvPr id="48" name="Caption 3">
            <a:extLst>
              <a:ext uri="{FF2B5EF4-FFF2-40B4-BE49-F238E27FC236}">
                <a16:creationId xmlns:a16="http://schemas.microsoft.com/office/drawing/2014/main" id="{A98F8BE8-ECB9-1769-C754-6DC7C08780B5}"/>
              </a:ext>
            </a:extLst>
          </p:cNvPr>
          <p:cNvSpPr>
            <a:spLocks noGrp="1"/>
          </p:cNvSpPr>
          <p:nvPr>
            <p:ph type="body" sz="quarter" idx="20" hasCustomPrompt="1"/>
          </p:nvPr>
        </p:nvSpPr>
        <p:spPr>
          <a:xfrm>
            <a:off x="5099623" y="4976527"/>
            <a:ext cx="1788284" cy="524478"/>
          </a:xfrm>
        </p:spPr>
        <p:txBody>
          <a:bodyPr lIns="0" tIns="0" rIns="0" bIns="0">
            <a:noAutofit/>
          </a:bodyPr>
          <a:lstStyle>
            <a:lvl1pPr marL="0" indent="0" algn="ctr">
              <a:lnSpc>
                <a:spcPct val="100000"/>
              </a:lnSpc>
              <a:spcBef>
                <a:spcPts val="0"/>
              </a:spcBef>
              <a:buNone/>
              <a:defRPr sz="1600" b="1" i="0">
                <a:latin typeface="TD Graphik Medium" panose="020B0503030202060203" pitchFamily="34" charset="77"/>
              </a:defRPr>
            </a:lvl1pPr>
          </a:lstStyle>
          <a:p>
            <a:pPr lvl="0"/>
            <a:r>
              <a:rPr lang="en-CA" sz="1600"/>
              <a:t>Class </a:t>
            </a:r>
            <a:r>
              <a:rPr lang="en-CA" sz="1600" err="1"/>
              <a:t>aptent</a:t>
            </a:r>
            <a:r>
              <a:rPr lang="en-CA" sz="1600"/>
              <a:t> </a:t>
            </a:r>
            <a:r>
              <a:rPr lang="en-CA" sz="1600" err="1"/>
              <a:t>taciti</a:t>
            </a:r>
            <a:r>
              <a:rPr lang="en-CA" sz="1600"/>
              <a:t> </a:t>
            </a:r>
            <a:r>
              <a:rPr lang="en-CA" sz="1600" err="1"/>
              <a:t>sociosqu</a:t>
            </a:r>
            <a:r>
              <a:rPr lang="en-CA" sz="1600"/>
              <a:t> ad</a:t>
            </a:r>
            <a:endParaRPr lang="en-US"/>
          </a:p>
        </p:txBody>
      </p:sp>
      <p:sp>
        <p:nvSpPr>
          <p:cNvPr id="16" name="Decorative box">
            <a:extLst>
              <a:ext uri="{FF2B5EF4-FFF2-40B4-BE49-F238E27FC236}">
                <a16:creationId xmlns:a16="http://schemas.microsoft.com/office/drawing/2014/main" id="{1E84D159-F11C-0518-F8DF-AA73B7EBEE92}"/>
              </a:ext>
            </a:extLst>
          </p:cNvPr>
          <p:cNvSpPr/>
          <p:nvPr userDrawn="1"/>
        </p:nvSpPr>
        <p:spPr>
          <a:xfrm>
            <a:off x="8011006" y="3047529"/>
            <a:ext cx="4180993" cy="3809412"/>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0" name="Quote">
            <a:extLst>
              <a:ext uri="{FF2B5EF4-FFF2-40B4-BE49-F238E27FC236}">
                <a16:creationId xmlns:a16="http://schemas.microsoft.com/office/drawing/2014/main" id="{17F505E4-0DD8-4C48-65E4-8D4679E9BC65}"/>
              </a:ext>
            </a:extLst>
          </p:cNvPr>
          <p:cNvSpPr>
            <a:spLocks noGrp="1"/>
          </p:cNvSpPr>
          <p:nvPr>
            <p:ph type="body" sz="quarter" idx="13" hasCustomPrompt="1"/>
          </p:nvPr>
        </p:nvSpPr>
        <p:spPr>
          <a:xfrm>
            <a:off x="8602854" y="4211912"/>
            <a:ext cx="3112068" cy="1529230"/>
          </a:xfrm>
        </p:spPr>
        <p:txBody>
          <a:bodyPr lIns="0" tIns="0" rIns="0" bIns="0">
            <a:noAutofit/>
          </a:bodyPr>
          <a:lstStyle>
            <a:lvl1pPr marL="0" indent="0">
              <a:buNone/>
              <a:defRPr sz="2200" b="0" i="0">
                <a:solidFill>
                  <a:schemeClr val="bg1"/>
                </a:solidFill>
                <a:latin typeface="TD Graphik Semilight" panose="020B0503030202060203" pitchFamily="34" charset="77"/>
              </a:defRPr>
            </a:lvl1pPr>
          </a:lstStyle>
          <a:p>
            <a:pPr lvl="0"/>
            <a:r>
              <a:rPr lang="en-US"/>
              <a:t>Explore unexpectedly human ways to manage your bank accounts 24/7—even when you're on the go.</a:t>
            </a:r>
          </a:p>
        </p:txBody>
      </p:sp>
      <p:sp>
        <p:nvSpPr>
          <p:cNvPr id="17" name="Quote citation">
            <a:extLst>
              <a:ext uri="{FF2B5EF4-FFF2-40B4-BE49-F238E27FC236}">
                <a16:creationId xmlns:a16="http://schemas.microsoft.com/office/drawing/2014/main" id="{3A06D25D-7EF4-5291-569D-3759CB353ABB}"/>
              </a:ext>
            </a:extLst>
          </p:cNvPr>
          <p:cNvSpPr>
            <a:spLocks noGrp="1"/>
          </p:cNvSpPr>
          <p:nvPr>
            <p:ph type="body" sz="quarter" idx="21" hasCustomPrompt="1"/>
          </p:nvPr>
        </p:nvSpPr>
        <p:spPr>
          <a:xfrm>
            <a:off x="8602854" y="6045587"/>
            <a:ext cx="3112068" cy="204626"/>
          </a:xfrm>
        </p:spPr>
        <p:txBody>
          <a:bodyPr lIns="0" tIns="0" rIns="0" bIns="0">
            <a:noAutofit/>
          </a:bodyPr>
          <a:lstStyle>
            <a:lvl1pPr marL="0" indent="0">
              <a:buNone/>
              <a:defRPr sz="1600" b="0" i="0">
                <a:solidFill>
                  <a:schemeClr val="bg1"/>
                </a:solidFill>
                <a:latin typeface="TD Graphik Semilight" panose="020B0503030202060203" pitchFamily="34" charset="77"/>
              </a:defRPr>
            </a:lvl1pPr>
          </a:lstStyle>
          <a:p>
            <a:pPr lvl="0"/>
            <a:r>
              <a:rPr lang="en-US"/>
              <a:t>Quote citation</a:t>
            </a:r>
          </a:p>
        </p:txBody>
      </p:sp>
      <p:sp>
        <p:nvSpPr>
          <p:cNvPr id="19" name="Footer">
            <a:extLst>
              <a:ext uri="{FF2B5EF4-FFF2-40B4-BE49-F238E27FC236}">
                <a16:creationId xmlns:a16="http://schemas.microsoft.com/office/drawing/2014/main" id="{19E5341D-5583-0D25-A934-B4F9098CA088}"/>
              </a:ext>
            </a:extLst>
          </p:cNvPr>
          <p:cNvSpPr>
            <a:spLocks noGrp="1"/>
          </p:cNvSpPr>
          <p:nvPr>
            <p:ph type="ftr" sz="quarter" idx="3"/>
          </p:nvPr>
        </p:nvSpPr>
        <p:spPr>
          <a:xfrm>
            <a:off x="33496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sp>
        <p:nvSpPr>
          <p:cNvPr id="18" name="Page Number">
            <a:extLst>
              <a:ext uri="{FF2B5EF4-FFF2-40B4-BE49-F238E27FC236}">
                <a16:creationId xmlns:a16="http://schemas.microsoft.com/office/drawing/2014/main" id="{08C4DB3C-B0F4-3C45-D7E3-EE8590BA39FC}"/>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chemeClr val="bg1"/>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chemeClr val="bg1"/>
              </a:solidFill>
            </a:endParaRPr>
          </a:p>
        </p:txBody>
      </p:sp>
      <p:sp>
        <p:nvSpPr>
          <p:cNvPr id="21" name="Picture Placeholder 2">
            <a:extLst>
              <a:ext uri="{FF2B5EF4-FFF2-40B4-BE49-F238E27FC236}">
                <a16:creationId xmlns:a16="http://schemas.microsoft.com/office/drawing/2014/main" id="{CCC07F28-D552-3FBE-33F8-07BBA2C755D2}"/>
              </a:ext>
            </a:extLst>
          </p:cNvPr>
          <p:cNvSpPr>
            <a:spLocks noGrp="1"/>
          </p:cNvSpPr>
          <p:nvPr>
            <p:ph type="pic" sz="quarter" idx="22"/>
          </p:nvPr>
        </p:nvSpPr>
        <p:spPr>
          <a:xfrm>
            <a:off x="8010525" y="0"/>
            <a:ext cx="4181475" cy="3048000"/>
          </a:xfrm>
        </p:spPr>
        <p:txBody>
          <a:bodyPr/>
          <a:lstStyle/>
          <a:p>
            <a:endParaRPr lang="en-US"/>
          </a:p>
        </p:txBody>
      </p:sp>
    </p:spTree>
    <p:extLst>
      <p:ext uri="{BB962C8B-B14F-4D97-AF65-F5344CB8AC3E}">
        <p14:creationId xmlns:p14="http://schemas.microsoft.com/office/powerpoint/2010/main" val="405749782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04065627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 You - White background and TD Square">
    <p:bg>
      <p:bgPr>
        <a:solidFill>
          <a:schemeClr val="bg1"/>
        </a:solidFill>
        <a:effectLst/>
      </p:bgPr>
    </p:bg>
    <p:spTree>
      <p:nvGrpSpPr>
        <p:cNvPr id="1" name=""/>
        <p:cNvGrpSpPr/>
        <p:nvPr/>
      </p:nvGrpSpPr>
      <p:grpSpPr>
        <a:xfrm>
          <a:off x="0" y="0"/>
          <a:ext cx="0" cy="0"/>
          <a:chOff x="0" y="0"/>
          <a:chExt cx="0" cy="0"/>
        </a:xfrm>
      </p:grpSpPr>
      <p:sp>
        <p:nvSpPr>
          <p:cNvPr id="2" name="Thank you header">
            <a:extLst>
              <a:ext uri="{FF2B5EF4-FFF2-40B4-BE49-F238E27FC236}">
                <a16:creationId xmlns:a16="http://schemas.microsoft.com/office/drawing/2014/main" id="{060C1833-7ABA-BEA2-3A90-DD37E8662AB2}"/>
              </a:ext>
            </a:extLst>
          </p:cNvPr>
          <p:cNvSpPr>
            <a:spLocks noGrp="1"/>
          </p:cNvSpPr>
          <p:nvPr>
            <p:ph type="title" hasCustomPrompt="1"/>
          </p:nvPr>
        </p:nvSpPr>
        <p:spPr>
          <a:xfrm>
            <a:off x="749299" y="2850082"/>
            <a:ext cx="6870701" cy="989886"/>
          </a:xfrm>
        </p:spPr>
        <p:txBody>
          <a:bodyPr wrap="square" anchor="b">
            <a:spAutoFit/>
          </a:bodyPr>
          <a:lstStyle>
            <a:lvl1pPr>
              <a:lnSpc>
                <a:spcPct val="60000"/>
              </a:lnSpc>
              <a:defRPr sz="9332" b="1" i="0">
                <a:solidFill>
                  <a:schemeClr val="tx1"/>
                </a:solidFill>
                <a:latin typeface="TD Graphik Bold" panose="020B0503030202060203" pitchFamily="34" charset="77"/>
              </a:defRPr>
            </a:lvl1pPr>
          </a:lstStyle>
          <a:p>
            <a:r>
              <a:rPr lang="en-US"/>
              <a:t>Thank you.</a:t>
            </a:r>
          </a:p>
        </p:txBody>
      </p:sp>
      <p:sp>
        <p:nvSpPr>
          <p:cNvPr id="3" name="Thank you subhead">
            <a:extLst>
              <a:ext uri="{FF2B5EF4-FFF2-40B4-BE49-F238E27FC236}">
                <a16:creationId xmlns:a16="http://schemas.microsoft.com/office/drawing/2014/main" id="{53BF40A3-3729-BA2C-9B9E-B22F7CA67F3E}"/>
              </a:ext>
            </a:extLst>
          </p:cNvPr>
          <p:cNvSpPr>
            <a:spLocks noGrp="1"/>
          </p:cNvSpPr>
          <p:nvPr>
            <p:ph type="body" idx="1" hasCustomPrompt="1"/>
          </p:nvPr>
        </p:nvSpPr>
        <p:spPr>
          <a:xfrm>
            <a:off x="749299" y="3956211"/>
            <a:ext cx="6870701" cy="1857793"/>
          </a:xfrm>
        </p:spPr>
        <p:txBody>
          <a:bodyPr anchor="t">
            <a:normAutofit/>
          </a:bodyPr>
          <a:lstStyle>
            <a:lvl1pPr marL="0" indent="0">
              <a:buNone/>
              <a:defRPr sz="2000" b="0" i="0">
                <a:solidFill>
                  <a:schemeClr val="tx1"/>
                </a:solidFill>
                <a:latin typeface="TD Graphik Semilight" panose="020B0503030202060203" pitchFamily="34" charset="77"/>
              </a:defRPr>
            </a:lvl1pPr>
            <a:lvl2pPr marL="685823" indent="0">
              <a:buNone/>
              <a:defRPr sz="3000">
                <a:solidFill>
                  <a:schemeClr val="tx1">
                    <a:tint val="75000"/>
                  </a:schemeClr>
                </a:solidFill>
              </a:defRPr>
            </a:lvl2pPr>
            <a:lvl3pPr marL="1371645" indent="0">
              <a:buNone/>
              <a:defRPr sz="2700">
                <a:solidFill>
                  <a:schemeClr val="tx1">
                    <a:tint val="75000"/>
                  </a:schemeClr>
                </a:solidFill>
              </a:defRPr>
            </a:lvl3pPr>
            <a:lvl4pPr marL="2057468" indent="0">
              <a:buNone/>
              <a:defRPr sz="2400">
                <a:solidFill>
                  <a:schemeClr val="tx1">
                    <a:tint val="75000"/>
                  </a:schemeClr>
                </a:solidFill>
              </a:defRPr>
            </a:lvl4pPr>
            <a:lvl5pPr marL="2743292" indent="0">
              <a:buNone/>
              <a:defRPr sz="2400">
                <a:solidFill>
                  <a:schemeClr val="tx1">
                    <a:tint val="75000"/>
                  </a:schemeClr>
                </a:solidFill>
              </a:defRPr>
            </a:lvl5pPr>
            <a:lvl6pPr marL="3429114" indent="0">
              <a:buNone/>
              <a:defRPr sz="2400">
                <a:solidFill>
                  <a:schemeClr val="tx1">
                    <a:tint val="75000"/>
                  </a:schemeClr>
                </a:solidFill>
              </a:defRPr>
            </a:lvl6pPr>
            <a:lvl7pPr marL="4114937" indent="0">
              <a:buNone/>
              <a:defRPr sz="2400">
                <a:solidFill>
                  <a:schemeClr val="tx1">
                    <a:tint val="75000"/>
                  </a:schemeClr>
                </a:solidFill>
              </a:defRPr>
            </a:lvl7pPr>
            <a:lvl8pPr marL="4800760" indent="0">
              <a:buNone/>
              <a:defRPr sz="2400">
                <a:solidFill>
                  <a:schemeClr val="tx1">
                    <a:tint val="75000"/>
                  </a:schemeClr>
                </a:solidFill>
              </a:defRPr>
            </a:lvl8pPr>
            <a:lvl9pPr marL="5486583" indent="0">
              <a:buNone/>
              <a:defRPr sz="2400">
                <a:solidFill>
                  <a:schemeClr val="tx1">
                    <a:tint val="75000"/>
                  </a:schemeClr>
                </a:solidFill>
              </a:defRPr>
            </a:lvl9pPr>
          </a:lstStyle>
          <a:p>
            <a:pPr lvl="0"/>
            <a:r>
              <a:rPr lang="en-US"/>
              <a:t>Optional supporting text</a:t>
            </a:r>
          </a:p>
        </p:txBody>
      </p:sp>
      <p:sp>
        <p:nvSpPr>
          <p:cNvPr id="13" name="Green Rectangle">
            <a:extLst>
              <a:ext uri="{FF2B5EF4-FFF2-40B4-BE49-F238E27FC236}">
                <a16:creationId xmlns:a16="http://schemas.microsoft.com/office/drawing/2014/main" id="{46ED00FC-075A-0F69-4BFF-2F89FDBEABB4}"/>
              </a:ext>
              <a:ext uri="{C183D7F6-B498-43B3-948B-1728B52AA6E4}">
                <adec:decorative xmlns:adec="http://schemas.microsoft.com/office/drawing/2017/decorative" val="1"/>
              </a:ext>
            </a:extLst>
          </p:cNvPr>
          <p:cNvSpPr/>
          <p:nvPr userDrawn="1"/>
        </p:nvSpPr>
        <p:spPr>
          <a:xfrm>
            <a:off x="8134597" y="2800597"/>
            <a:ext cx="4057403" cy="4057403"/>
          </a:xfrm>
          <a:prstGeom prst="rect">
            <a:avLst/>
          </a:prstGeom>
          <a:solidFill>
            <a:srgbClr val="008A00"/>
          </a:solidFill>
          <a:ln w="152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roject Name">
            <a:extLst>
              <a:ext uri="{FF2B5EF4-FFF2-40B4-BE49-F238E27FC236}">
                <a16:creationId xmlns:a16="http://schemas.microsoft.com/office/drawing/2014/main" id="{01E2E359-EB15-E51D-756A-1F14A8000161}"/>
              </a:ext>
            </a:extLst>
          </p:cNvPr>
          <p:cNvSpPr>
            <a:spLocks noGrp="1"/>
          </p:cNvSpPr>
          <p:nvPr>
            <p:ph type="body" sz="quarter" idx="15" hasCustomPrompt="1"/>
          </p:nvPr>
        </p:nvSpPr>
        <p:spPr>
          <a:xfrm>
            <a:off x="8760891" y="4427817"/>
            <a:ext cx="2878138" cy="244475"/>
          </a:xfrm>
        </p:spPr>
        <p:txBody>
          <a:bodyPr lIns="0" tIns="0" rIns="0" bIns="0">
            <a:noAutofit/>
          </a:bodyPr>
          <a:lstStyle>
            <a:lvl1pPr marL="0" indent="0">
              <a:buNone/>
              <a:defRPr sz="1800" b="1" i="0">
                <a:solidFill>
                  <a:schemeClr val="bg1"/>
                </a:solidFill>
                <a:latin typeface="TD Graphik Medium" panose="020B0503030202060203" pitchFamily="34" charset="77"/>
              </a:defRPr>
            </a:lvl1pPr>
            <a:lvl2pPr>
              <a:defRPr sz="1800" b="1" i="0">
                <a:solidFill>
                  <a:schemeClr val="bg1"/>
                </a:solidFill>
                <a:latin typeface="TD Graphik Medium" panose="020B0503030202060203" pitchFamily="34" charset="77"/>
              </a:defRPr>
            </a:lvl2pPr>
            <a:lvl3pPr>
              <a:defRPr sz="1800" b="1" i="0">
                <a:solidFill>
                  <a:schemeClr val="bg1"/>
                </a:solidFill>
                <a:latin typeface="TD Graphik Medium" panose="020B0503030202060203" pitchFamily="34" charset="77"/>
              </a:defRPr>
            </a:lvl3pPr>
            <a:lvl4pPr>
              <a:defRPr sz="1800" b="1" i="0">
                <a:solidFill>
                  <a:schemeClr val="bg1"/>
                </a:solidFill>
                <a:latin typeface="TD Graphik Medium" panose="020B0503030202060203" pitchFamily="34" charset="77"/>
              </a:defRPr>
            </a:lvl4pPr>
            <a:lvl5pPr>
              <a:defRPr sz="1800" b="1" i="0">
                <a:solidFill>
                  <a:schemeClr val="bg1"/>
                </a:solidFill>
                <a:latin typeface="TD Graphik Medium" panose="020B0503030202060203" pitchFamily="34" charset="77"/>
              </a:defRPr>
            </a:lvl5pPr>
          </a:lstStyle>
          <a:p>
            <a:pPr lvl="0"/>
            <a:r>
              <a:rPr lang="en-US"/>
              <a:t>Project Name</a:t>
            </a:r>
          </a:p>
        </p:txBody>
      </p:sp>
      <p:sp>
        <p:nvSpPr>
          <p:cNvPr id="15" name="Date">
            <a:extLst>
              <a:ext uri="{FF2B5EF4-FFF2-40B4-BE49-F238E27FC236}">
                <a16:creationId xmlns:a16="http://schemas.microsoft.com/office/drawing/2014/main" id="{B90E27F3-FC2C-A6A3-7557-DB611AE44BA6}"/>
              </a:ext>
            </a:extLst>
          </p:cNvPr>
          <p:cNvSpPr>
            <a:spLocks noGrp="1"/>
          </p:cNvSpPr>
          <p:nvPr>
            <p:ph type="body" sz="quarter" idx="12" hasCustomPrompt="1"/>
          </p:nvPr>
        </p:nvSpPr>
        <p:spPr>
          <a:xfrm>
            <a:off x="8761578" y="4754692"/>
            <a:ext cx="2877211" cy="204626"/>
          </a:xfrm>
        </p:spPr>
        <p:txBody>
          <a:bodyPr lIns="0" tIns="0" rIns="0" bIns="0">
            <a:normAutofit/>
          </a:bodyPr>
          <a:lstStyle>
            <a:lvl1pPr marL="0" indent="0">
              <a:buNone/>
              <a:defRPr sz="1600" b="0" i="0">
                <a:solidFill>
                  <a:schemeClr val="bg1"/>
                </a:solidFill>
                <a:latin typeface="TD Graphik Semilight" panose="020B0503030202060203" pitchFamily="34" charset="77"/>
              </a:defRPr>
            </a:lvl1pPr>
          </a:lstStyle>
          <a:p>
            <a:pPr lvl="0"/>
            <a:r>
              <a:rPr lang="en-US"/>
              <a:t>Date</a:t>
            </a:r>
          </a:p>
        </p:txBody>
      </p:sp>
      <p:sp>
        <p:nvSpPr>
          <p:cNvPr id="19" name="Team Name">
            <a:extLst>
              <a:ext uri="{FF2B5EF4-FFF2-40B4-BE49-F238E27FC236}">
                <a16:creationId xmlns:a16="http://schemas.microsoft.com/office/drawing/2014/main" id="{0BBD7591-D36B-7433-3C15-9E5B2B291927}"/>
              </a:ext>
            </a:extLst>
          </p:cNvPr>
          <p:cNvSpPr>
            <a:spLocks noGrp="1"/>
          </p:cNvSpPr>
          <p:nvPr>
            <p:ph type="body" sz="quarter" idx="16" hasCustomPrompt="1"/>
          </p:nvPr>
        </p:nvSpPr>
        <p:spPr>
          <a:xfrm>
            <a:off x="8760651" y="5295296"/>
            <a:ext cx="2878138" cy="244475"/>
          </a:xfrm>
        </p:spPr>
        <p:txBody>
          <a:bodyPr lIns="0" tIns="0" rIns="0" bIns="0">
            <a:noAutofit/>
          </a:bodyPr>
          <a:lstStyle>
            <a:lvl1pPr marL="0" indent="0">
              <a:buNone/>
              <a:defRPr sz="1800" b="1" i="0">
                <a:solidFill>
                  <a:schemeClr val="bg1"/>
                </a:solidFill>
                <a:latin typeface="TD Graphik Medium" panose="020B0503030202060203" pitchFamily="34" charset="77"/>
              </a:defRPr>
            </a:lvl1pPr>
            <a:lvl2pPr>
              <a:defRPr sz="1800" b="1" i="0">
                <a:solidFill>
                  <a:schemeClr val="bg1"/>
                </a:solidFill>
                <a:latin typeface="TD Graphik Medium" panose="020B0503030202060203" pitchFamily="34" charset="77"/>
              </a:defRPr>
            </a:lvl2pPr>
            <a:lvl3pPr>
              <a:defRPr sz="1800" b="1" i="0">
                <a:solidFill>
                  <a:schemeClr val="bg1"/>
                </a:solidFill>
                <a:latin typeface="TD Graphik Medium" panose="020B0503030202060203" pitchFamily="34" charset="77"/>
              </a:defRPr>
            </a:lvl3pPr>
            <a:lvl4pPr>
              <a:defRPr sz="1800" b="1" i="0">
                <a:solidFill>
                  <a:schemeClr val="bg1"/>
                </a:solidFill>
                <a:latin typeface="TD Graphik Medium" panose="020B0503030202060203" pitchFamily="34" charset="77"/>
              </a:defRPr>
            </a:lvl4pPr>
            <a:lvl5pPr>
              <a:defRPr sz="1800" b="1" i="0">
                <a:solidFill>
                  <a:schemeClr val="bg1"/>
                </a:solidFill>
                <a:latin typeface="TD Graphik Medium" panose="020B0503030202060203" pitchFamily="34" charset="77"/>
              </a:defRPr>
            </a:lvl5pPr>
          </a:lstStyle>
          <a:p>
            <a:pPr lvl="0"/>
            <a:r>
              <a:rPr lang="en-US"/>
              <a:t>Team Name</a:t>
            </a:r>
          </a:p>
        </p:txBody>
      </p:sp>
      <p:sp>
        <p:nvSpPr>
          <p:cNvPr id="17" name="Members">
            <a:extLst>
              <a:ext uri="{FF2B5EF4-FFF2-40B4-BE49-F238E27FC236}">
                <a16:creationId xmlns:a16="http://schemas.microsoft.com/office/drawing/2014/main" id="{B17948B1-A928-1004-27AC-AE43D857AEC9}"/>
              </a:ext>
            </a:extLst>
          </p:cNvPr>
          <p:cNvSpPr>
            <a:spLocks noGrp="1"/>
          </p:cNvSpPr>
          <p:nvPr>
            <p:ph type="body" sz="quarter" idx="14" hasCustomPrompt="1"/>
          </p:nvPr>
        </p:nvSpPr>
        <p:spPr>
          <a:xfrm>
            <a:off x="8761578" y="5609378"/>
            <a:ext cx="2877211" cy="204626"/>
          </a:xfrm>
        </p:spPr>
        <p:txBody>
          <a:bodyPr lIns="0" tIns="0" rIns="0" bIns="0">
            <a:normAutofit/>
          </a:bodyPr>
          <a:lstStyle>
            <a:lvl1pPr marL="0" indent="0">
              <a:buNone/>
              <a:defRPr sz="1600" b="0" i="0">
                <a:solidFill>
                  <a:schemeClr val="bg1"/>
                </a:solidFill>
                <a:latin typeface="TD Graphik Semilight" panose="020B0503030202060203" pitchFamily="34" charset="77"/>
              </a:defRPr>
            </a:lvl1pPr>
          </a:lstStyle>
          <a:p>
            <a:pPr lvl="0"/>
            <a:r>
              <a:rPr lang="en-US"/>
              <a:t>Members</a:t>
            </a:r>
          </a:p>
        </p:txBody>
      </p:sp>
      <p:sp>
        <p:nvSpPr>
          <p:cNvPr id="14" name="Footer">
            <a:extLst>
              <a:ext uri="{FF2B5EF4-FFF2-40B4-BE49-F238E27FC236}">
                <a16:creationId xmlns:a16="http://schemas.microsoft.com/office/drawing/2014/main" id="{A104A153-5B2F-CD56-D823-7A68E9550FC1}"/>
              </a:ext>
            </a:extLst>
          </p:cNvPr>
          <p:cNvSpPr>
            <a:spLocks noGrp="1"/>
          </p:cNvSpPr>
          <p:nvPr>
            <p:ph type="ftr" sz="quarter" idx="3"/>
          </p:nvPr>
        </p:nvSpPr>
        <p:spPr>
          <a:xfrm>
            <a:off x="33496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sp>
        <p:nvSpPr>
          <p:cNvPr id="12" name="Page Number">
            <a:extLst>
              <a:ext uri="{FF2B5EF4-FFF2-40B4-BE49-F238E27FC236}">
                <a16:creationId xmlns:a16="http://schemas.microsoft.com/office/drawing/2014/main" id="{F17DF3F3-9CA9-4986-E088-9B934F408FC6}"/>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rgbClr val="1C1C1C"/>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rgbClr val="1C1C1C"/>
              </a:solidFill>
            </a:endParaRPr>
          </a:p>
        </p:txBody>
      </p:sp>
      <p:pic>
        <p:nvPicPr>
          <p:cNvPr id="4" name="TD Shield">
            <a:extLst>
              <a:ext uri="{FF2B5EF4-FFF2-40B4-BE49-F238E27FC236}">
                <a16:creationId xmlns:a16="http://schemas.microsoft.com/office/drawing/2014/main" id="{860BB39E-EB5E-0C33-0A00-892B9D60853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10708225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5" Type="http://schemas.openxmlformats.org/officeDocument/2006/relationships/theme" Target="../theme/theme3.xml"/><Relationship Id="rId4"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theme" Target="../theme/theme5.xml"/><Relationship Id="rId5" Type="http://schemas.openxmlformats.org/officeDocument/2006/relationships/slideLayout" Target="../slideLayouts/slideLayout19.xml"/><Relationship Id="rId4" Type="http://schemas.openxmlformats.org/officeDocument/2006/relationships/slideLayout" Target="../slideLayouts/slideLayout1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theme" Target="../theme/theme6.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slideLayout" Target="../slideLayouts/slideLayout33.xml"/><Relationship Id="rId1" Type="http://schemas.openxmlformats.org/officeDocument/2006/relationships/slideLayout" Target="../slideLayouts/slideLayout32.xml"/><Relationship Id="rId5" Type="http://schemas.openxmlformats.org/officeDocument/2006/relationships/theme" Target="../theme/theme7.xml"/><Relationship Id="rId4" Type="http://schemas.openxmlformats.org/officeDocument/2006/relationships/slideLayout" Target="../slideLayouts/slideLayout35.xml"/></Relationships>
</file>

<file path=ppt/slideMasters/_rels/slideMaster8.xml.rels><?xml version="1.0" encoding="UTF-8" standalone="yes"?>
<Relationships xmlns="http://schemas.openxmlformats.org/package/2006/relationships"><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5B88BE-BB00-7D4B-1C25-F5C1836739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Usage Guidelines</a:t>
            </a:r>
          </a:p>
        </p:txBody>
      </p:sp>
      <p:sp>
        <p:nvSpPr>
          <p:cNvPr id="3" name="Text Placeholder 2">
            <a:extLst>
              <a:ext uri="{FF2B5EF4-FFF2-40B4-BE49-F238E27FC236}">
                <a16:creationId xmlns:a16="http://schemas.microsoft.com/office/drawing/2014/main" id="{C945A41A-0C0B-26F5-07D5-E75D55E303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E4E986-2634-AF40-6BD6-80B054672C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BE530E35-0414-902E-E169-5122F7D453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919B6B8-E2BA-E373-06CA-B1E6D17911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7CC2A-1B8C-204A-9D33-D16EB13CDA53}" type="slidenum">
              <a:rPr lang="en-US" smtClean="0"/>
              <a:t>‹#›</a:t>
            </a:fld>
            <a:endParaRPr lang="en-US"/>
          </a:p>
        </p:txBody>
      </p:sp>
      <p:sp>
        <p:nvSpPr>
          <p:cNvPr id="7" name="MSIPCMContentMarking" descr="{&quot;HashCode&quot;:439207315,&quot;Placement&quot;:&quot;Footer&quot;,&quot;Top&quot;:519.343,&quot;Left&quot;:0.0,&quot;SlideWidth&quot;:960,&quot;SlideHeight&quot;:540}">
            <a:extLst>
              <a:ext uri="{FF2B5EF4-FFF2-40B4-BE49-F238E27FC236}">
                <a16:creationId xmlns:a16="http://schemas.microsoft.com/office/drawing/2014/main" id="{7BF0794C-289C-84EC-8850-6343E0ED98D6}"/>
              </a:ext>
            </a:extLst>
          </p:cNvPr>
          <p:cNvSpPr txBox="1"/>
          <p:nvPr userDrawn="1"/>
        </p:nvSpPr>
        <p:spPr>
          <a:xfrm>
            <a:off x="0" y="6595656"/>
            <a:ext cx="678298" cy="262344"/>
          </a:xfrm>
          <a:prstGeom prst="rect">
            <a:avLst/>
          </a:prstGeom>
          <a:noFill/>
        </p:spPr>
        <p:txBody>
          <a:bodyPr vert="horz" wrap="square" lIns="0" tIns="0" rIns="0" bIns="0" rtlCol="0" anchor="ctr" anchorCtr="1">
            <a:spAutoFit/>
          </a:bodyPr>
          <a:lstStyle/>
          <a:p>
            <a:pPr algn="l">
              <a:spcBef>
                <a:spcPts val="0"/>
              </a:spcBef>
              <a:spcAft>
                <a:spcPts val="0"/>
              </a:spcAft>
            </a:pPr>
            <a:r>
              <a:rPr lang="en-US" sz="1000">
                <a:solidFill>
                  <a:srgbClr val="000000"/>
                </a:solidFill>
                <a:latin typeface="Calibri" panose="020F0502020204030204" pitchFamily="34" charset="0"/>
              </a:rPr>
              <a:t>Internal</a:t>
            </a:r>
          </a:p>
        </p:txBody>
      </p:sp>
    </p:spTree>
    <p:extLst>
      <p:ext uri="{BB962C8B-B14F-4D97-AF65-F5344CB8AC3E}">
        <p14:creationId xmlns:p14="http://schemas.microsoft.com/office/powerpoint/2010/main" val="3277480705"/>
      </p:ext>
    </p:extLst>
  </p:cSld>
  <p:clrMap bg1="lt1" tx1="dk1" bg2="lt2" tx2="dk2" accent1="accent1" accent2="accent2" accent3="accent3" accent4="accent4" accent5="accent5" accent6="accent6" hlink="hlink" folHlink="folHlink"/>
  <p:sldLayoutIdLst>
    <p:sldLayoutId id="2147483808" r:id="rId1"/>
  </p:sldLayoutIdLst>
  <p:hf hdr="0" dt="0"/>
  <p:txStyles>
    <p:titleStyle>
      <a:lvl1pPr algn="l" defTabSz="914400" rtl="0" eaLnBrk="1" latinLnBrk="0" hangingPunct="1">
        <a:lnSpc>
          <a:spcPct val="90000"/>
        </a:lnSpc>
        <a:spcBef>
          <a:spcPct val="0"/>
        </a:spcBef>
        <a:buNone/>
        <a:defRPr sz="4400" kern="1200">
          <a:solidFill>
            <a:schemeClr val="tx1"/>
          </a:solidFill>
          <a:latin typeface="TD Graphik Semilight" panose="020B0503030202060203" pitchFamily="34" charset="77"/>
          <a:ea typeface="+mj-ea"/>
          <a:cs typeface="+mj-cs"/>
        </a:defRPr>
      </a:lvl1pPr>
    </p:titleStyle>
    <p:bodyStyle>
      <a:lvl1pPr marL="228600" indent="-228600" algn="l" defTabSz="914400" rtl="0" eaLnBrk="1" latinLnBrk="0" hangingPunct="1">
        <a:lnSpc>
          <a:spcPct val="100000"/>
        </a:lnSpc>
        <a:spcBef>
          <a:spcPts val="1000"/>
        </a:spcBef>
        <a:buClr>
          <a:schemeClr val="accent1"/>
        </a:buClr>
        <a:buFont typeface="Wingdings" pitchFamily="2" charset="2"/>
        <a:buChar char="§"/>
        <a:defRPr sz="2400" kern="1200">
          <a:solidFill>
            <a:schemeClr val="tx1"/>
          </a:solidFill>
          <a:latin typeface="TD Graphik Semilight" panose="020B0503030202060203" pitchFamily="34" charset="77"/>
          <a:ea typeface="+mn-ea"/>
          <a:cs typeface="+mn-cs"/>
        </a:defRPr>
      </a:lvl1pPr>
      <a:lvl2pPr marL="685800" indent="-228600" algn="l" defTabSz="914400" rtl="0" eaLnBrk="1" latinLnBrk="0" hangingPunct="1">
        <a:lnSpc>
          <a:spcPct val="100000"/>
        </a:lnSpc>
        <a:spcBef>
          <a:spcPts val="500"/>
        </a:spcBef>
        <a:buClr>
          <a:schemeClr val="accent1"/>
        </a:buClr>
        <a:buFont typeface="Arial" panose="020B0604020202020204" pitchFamily="34" charset="0"/>
        <a:buChar char="•"/>
        <a:defRPr sz="2000" kern="1200">
          <a:solidFill>
            <a:schemeClr val="tx1"/>
          </a:solidFill>
          <a:latin typeface="TD Graphik Semilight" panose="020B0503030202060203" pitchFamily="34" charset="77"/>
          <a:ea typeface="+mn-ea"/>
          <a:cs typeface="+mn-cs"/>
        </a:defRPr>
      </a:lvl2pPr>
      <a:lvl3pPr marL="1143000" indent="-228600" algn="l" defTabSz="914400" rtl="0" eaLnBrk="1" latinLnBrk="0" hangingPunct="1">
        <a:lnSpc>
          <a:spcPct val="100000"/>
        </a:lnSpc>
        <a:spcBef>
          <a:spcPts val="500"/>
        </a:spcBef>
        <a:buClr>
          <a:schemeClr val="accent1"/>
        </a:buClr>
        <a:buFont typeface="Apple Symbols" panose="02000000000000000000" pitchFamily="2" charset="-79"/>
        <a:buChar char="⎻"/>
        <a:defRPr sz="1800" kern="1200">
          <a:solidFill>
            <a:schemeClr val="tx1"/>
          </a:solidFill>
          <a:latin typeface="TD Graphik Semilight" panose="020B0503030202060203" pitchFamily="34" charset="77"/>
          <a:ea typeface="+mn-ea"/>
          <a:cs typeface="+mn-cs"/>
        </a:defRPr>
      </a:lvl3pPr>
      <a:lvl4pPr marL="1600200" indent="-228600" algn="l" defTabSz="914400" rtl="0" eaLnBrk="1" latinLnBrk="0" hangingPunct="1">
        <a:lnSpc>
          <a:spcPct val="100000"/>
        </a:lnSpc>
        <a:spcBef>
          <a:spcPts val="500"/>
        </a:spcBef>
        <a:buClr>
          <a:schemeClr val="accent1"/>
        </a:buClr>
        <a:buFont typeface="Courier New" panose="02070309020205020404" pitchFamily="49" charset="0"/>
        <a:buChar char="o"/>
        <a:defRPr sz="1600" kern="1200">
          <a:solidFill>
            <a:schemeClr val="tx1"/>
          </a:solidFill>
          <a:latin typeface="TD Graphik Semilight" panose="020B0503030202060203" pitchFamily="34" charset="77"/>
          <a:ea typeface="+mn-ea"/>
          <a:cs typeface="+mn-cs"/>
        </a:defRPr>
      </a:lvl4pPr>
      <a:lvl5pPr marL="2057400" indent="-228600" algn="l" defTabSz="914400" rtl="0" eaLnBrk="1" latinLnBrk="0" hangingPunct="1">
        <a:lnSpc>
          <a:spcPct val="100000"/>
        </a:lnSpc>
        <a:spcBef>
          <a:spcPts val="500"/>
        </a:spcBef>
        <a:buClr>
          <a:schemeClr val="accent1"/>
        </a:buClr>
        <a:buFont typeface="Arial" panose="020B0604020202020204" pitchFamily="34" charset="0"/>
        <a:buChar char="•"/>
        <a:defRPr sz="1600" kern="1200">
          <a:solidFill>
            <a:schemeClr val="tx1"/>
          </a:solidFill>
          <a:latin typeface="TD Graphik Semilight"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9953AE-3E19-5C12-0B1D-FB0C76B22D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Cover Slides – Image</a:t>
            </a:r>
          </a:p>
        </p:txBody>
      </p:sp>
      <p:sp>
        <p:nvSpPr>
          <p:cNvPr id="3" name="Text Placeholder 2">
            <a:extLst>
              <a:ext uri="{FF2B5EF4-FFF2-40B4-BE49-F238E27FC236}">
                <a16:creationId xmlns:a16="http://schemas.microsoft.com/office/drawing/2014/main" id="{D25664DC-BC8F-E908-AAE2-FB567D3538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8E9424-185B-38FC-7981-0AA93CBF39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089812EF-DDC3-CE58-3AB5-31F841EA78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A03FA5F-ACD5-3D8D-B149-FA02A5E2C9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D548FB-E953-1C41-87FD-704F601D659B}" type="slidenum">
              <a:rPr lang="en-US" smtClean="0"/>
              <a:t>‹#›</a:t>
            </a:fld>
            <a:endParaRPr lang="en-US"/>
          </a:p>
        </p:txBody>
      </p:sp>
      <p:sp>
        <p:nvSpPr>
          <p:cNvPr id="7" name="MSIPCMContentMarking" descr="{&quot;HashCode&quot;:439207315,&quot;Placement&quot;:&quot;Footer&quot;,&quot;Top&quot;:519.343,&quot;Left&quot;:0.0,&quot;SlideWidth&quot;:960,&quot;SlideHeight&quot;:540}">
            <a:extLst>
              <a:ext uri="{FF2B5EF4-FFF2-40B4-BE49-F238E27FC236}">
                <a16:creationId xmlns:a16="http://schemas.microsoft.com/office/drawing/2014/main" id="{AE06ADBA-1919-DD72-2732-8E27ED3F235E}"/>
              </a:ext>
            </a:extLst>
          </p:cNvPr>
          <p:cNvSpPr txBox="1"/>
          <p:nvPr userDrawn="1"/>
        </p:nvSpPr>
        <p:spPr>
          <a:xfrm>
            <a:off x="0" y="6595656"/>
            <a:ext cx="678298" cy="262344"/>
          </a:xfrm>
          <a:prstGeom prst="rect">
            <a:avLst/>
          </a:prstGeom>
          <a:noFill/>
        </p:spPr>
        <p:txBody>
          <a:bodyPr vert="horz" wrap="square" lIns="0" tIns="0" rIns="0" bIns="0" rtlCol="0" anchor="ctr" anchorCtr="1">
            <a:spAutoFit/>
          </a:bodyPr>
          <a:lstStyle/>
          <a:p>
            <a:pPr algn="l">
              <a:spcBef>
                <a:spcPts val="0"/>
              </a:spcBef>
              <a:spcAft>
                <a:spcPts val="0"/>
              </a:spcAft>
            </a:pPr>
            <a:r>
              <a:rPr lang="en-US" sz="1000">
                <a:solidFill>
                  <a:srgbClr val="000000"/>
                </a:solidFill>
                <a:latin typeface="Calibri" panose="020F0502020204030204" pitchFamily="34" charset="0"/>
              </a:rPr>
              <a:t>Internal</a:t>
            </a:r>
          </a:p>
        </p:txBody>
      </p:sp>
    </p:spTree>
    <p:extLst>
      <p:ext uri="{BB962C8B-B14F-4D97-AF65-F5344CB8AC3E}">
        <p14:creationId xmlns:p14="http://schemas.microsoft.com/office/powerpoint/2010/main" val="2022429621"/>
      </p:ext>
    </p:extLst>
  </p:cSld>
  <p:clrMap bg1="lt1" tx1="dk1" bg2="lt2" tx2="dk2" accent1="accent1" accent2="accent2" accent3="accent3" accent4="accent4" accent5="accent5" accent6="accent6" hlink="hlink" folHlink="folHlink"/>
  <p:sldLayoutIdLst>
    <p:sldLayoutId id="2147483650" r:id="rId1"/>
    <p:sldLayoutId id="2147483667" r:id="rId2"/>
    <p:sldLayoutId id="2147483663" r:id="rId3"/>
    <p:sldLayoutId id="2147483770" r:id="rId4"/>
    <p:sldLayoutId id="2147483782" r:id="rId5"/>
    <p:sldLayoutId id="2147483705" r:id="rId6"/>
    <p:sldLayoutId id="2147483824" r:id="rId7"/>
    <p:sldLayoutId id="2147483823" r:id="rId8"/>
  </p:sldLayoutIdLst>
  <p:hf hdr="0" dt="0"/>
  <p:txStyles>
    <p:titleStyle>
      <a:lvl1pPr algn="l" defTabSz="914400" rtl="0" eaLnBrk="1" latinLnBrk="0" hangingPunct="1">
        <a:lnSpc>
          <a:spcPct val="90000"/>
        </a:lnSpc>
        <a:spcBef>
          <a:spcPct val="0"/>
        </a:spcBef>
        <a:buNone/>
        <a:defRPr sz="4400" kern="1200">
          <a:solidFill>
            <a:schemeClr val="tx1"/>
          </a:solidFill>
          <a:latin typeface="TD Graphik Semilight" panose="020B0503030202060203" pitchFamily="34"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D Graphik Semilight" panose="020B0503030202060203" pitchFamily="34"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D Graphik Semilight" panose="020B0503030202060203" pitchFamily="34"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D Graphik Semilight" panose="020B0503030202060203" pitchFamily="34"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D Graphik Semilight" panose="020B0503030202060203" pitchFamily="34"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D Graphik Semilight"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AD01B9-72E3-38C7-C6B8-9A574128FC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Agenda</a:t>
            </a:r>
          </a:p>
        </p:txBody>
      </p:sp>
      <p:sp>
        <p:nvSpPr>
          <p:cNvPr id="3" name="Text Placeholder 2">
            <a:extLst>
              <a:ext uri="{FF2B5EF4-FFF2-40B4-BE49-F238E27FC236}">
                <a16:creationId xmlns:a16="http://schemas.microsoft.com/office/drawing/2014/main" id="{4402CC6F-3E4C-D44F-078F-ABCAB7D923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ECE6C5-5DC2-B471-8F1E-B00045B502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5E32B0AB-B6F9-557C-9146-7FBFF1CB3F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D308963-5112-DE42-A2C3-FF58F88DC1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9BDE04-795F-AA41-8687-33C402B54ED9}" type="slidenum">
              <a:rPr lang="en-US" smtClean="0"/>
              <a:t>‹#›</a:t>
            </a:fld>
            <a:endParaRPr lang="en-US"/>
          </a:p>
        </p:txBody>
      </p:sp>
      <p:sp>
        <p:nvSpPr>
          <p:cNvPr id="7" name="MSIPCMContentMarking" descr="{&quot;HashCode&quot;:439207315,&quot;Placement&quot;:&quot;Footer&quot;,&quot;Top&quot;:519.343,&quot;Left&quot;:0.0,&quot;SlideWidth&quot;:960,&quot;SlideHeight&quot;:540}">
            <a:extLst>
              <a:ext uri="{FF2B5EF4-FFF2-40B4-BE49-F238E27FC236}">
                <a16:creationId xmlns:a16="http://schemas.microsoft.com/office/drawing/2014/main" id="{76351481-1CB7-B3E5-B241-CB43D123E22C}"/>
              </a:ext>
            </a:extLst>
          </p:cNvPr>
          <p:cNvSpPr txBox="1"/>
          <p:nvPr userDrawn="1"/>
        </p:nvSpPr>
        <p:spPr>
          <a:xfrm>
            <a:off x="0" y="6595656"/>
            <a:ext cx="678298" cy="262344"/>
          </a:xfrm>
          <a:prstGeom prst="rect">
            <a:avLst/>
          </a:prstGeom>
          <a:noFill/>
        </p:spPr>
        <p:txBody>
          <a:bodyPr vert="horz" wrap="square" lIns="0" tIns="0" rIns="0" bIns="0" rtlCol="0" anchor="ctr" anchorCtr="1">
            <a:spAutoFit/>
          </a:bodyPr>
          <a:lstStyle/>
          <a:p>
            <a:pPr algn="l">
              <a:spcBef>
                <a:spcPts val="0"/>
              </a:spcBef>
              <a:spcAft>
                <a:spcPts val="0"/>
              </a:spcAft>
            </a:pPr>
            <a:r>
              <a:rPr lang="en-US" sz="1000">
                <a:solidFill>
                  <a:srgbClr val="000000"/>
                </a:solidFill>
                <a:latin typeface="Calibri" panose="020F0502020204030204" pitchFamily="34" charset="0"/>
              </a:rPr>
              <a:t>Internal</a:t>
            </a:r>
          </a:p>
        </p:txBody>
      </p:sp>
    </p:spTree>
    <p:extLst>
      <p:ext uri="{BB962C8B-B14F-4D97-AF65-F5344CB8AC3E}">
        <p14:creationId xmlns:p14="http://schemas.microsoft.com/office/powerpoint/2010/main" val="41068808"/>
      </p:ext>
    </p:extLst>
  </p:cSld>
  <p:clrMap bg1="lt1" tx1="dk1" bg2="lt2" tx2="dk2" accent1="accent1" accent2="accent2" accent3="accent3" accent4="accent4" accent5="accent5" accent6="accent6" hlink="hlink" folHlink="folHlink"/>
  <p:sldLayoutIdLst>
    <p:sldLayoutId id="2147483838" r:id="rId1"/>
    <p:sldLayoutId id="2147483834" r:id="rId2"/>
    <p:sldLayoutId id="2147483883" r:id="rId3"/>
    <p:sldLayoutId id="2147483887" r:id="rId4"/>
  </p:sldLayoutIdLst>
  <p:hf hdr="0" dt="0"/>
  <p:txStyles>
    <p:titleStyle>
      <a:lvl1pPr algn="l" defTabSz="914400" rtl="0" eaLnBrk="1" latinLnBrk="0" hangingPunct="1">
        <a:lnSpc>
          <a:spcPct val="90000"/>
        </a:lnSpc>
        <a:spcBef>
          <a:spcPct val="0"/>
        </a:spcBef>
        <a:buNone/>
        <a:defRPr sz="4400" kern="1200">
          <a:solidFill>
            <a:schemeClr val="tx1"/>
          </a:solidFill>
          <a:latin typeface="TD Graphik Semilight" panose="020B0503030202060203" pitchFamily="34" charset="77"/>
          <a:ea typeface="+mj-ea"/>
          <a:cs typeface="+mj-cs"/>
        </a:defRPr>
      </a:lvl1pPr>
    </p:titleStyle>
    <p:bodyStyle>
      <a:lvl1pPr marL="228600" indent="-228600" algn="l" defTabSz="914400" rtl="0" eaLnBrk="1" latinLnBrk="0" hangingPunct="1">
        <a:lnSpc>
          <a:spcPct val="100000"/>
        </a:lnSpc>
        <a:spcBef>
          <a:spcPts val="1000"/>
        </a:spcBef>
        <a:buClr>
          <a:schemeClr val="accent1"/>
        </a:buClr>
        <a:buFont typeface="Wingdings" pitchFamily="2" charset="2"/>
        <a:buChar char="§"/>
        <a:defRPr sz="2400" kern="1200">
          <a:solidFill>
            <a:schemeClr val="tx1"/>
          </a:solidFill>
          <a:latin typeface="TD Graphik Semilight" panose="020B0503030202060203" pitchFamily="34" charset="77"/>
          <a:ea typeface="+mn-ea"/>
          <a:cs typeface="+mn-cs"/>
        </a:defRPr>
      </a:lvl1pPr>
      <a:lvl2pPr marL="685800" indent="-228600" algn="l" defTabSz="914400" rtl="0" eaLnBrk="1" latinLnBrk="0" hangingPunct="1">
        <a:lnSpc>
          <a:spcPct val="100000"/>
        </a:lnSpc>
        <a:spcBef>
          <a:spcPts val="500"/>
        </a:spcBef>
        <a:buClr>
          <a:schemeClr val="accent1"/>
        </a:buClr>
        <a:buFont typeface="Arial" panose="020B0604020202020204" pitchFamily="34" charset="0"/>
        <a:buChar char="•"/>
        <a:defRPr sz="2000" kern="1200">
          <a:solidFill>
            <a:schemeClr val="tx1"/>
          </a:solidFill>
          <a:latin typeface="TD Graphik Semilight" panose="020B0503030202060203" pitchFamily="34" charset="77"/>
          <a:ea typeface="+mn-ea"/>
          <a:cs typeface="+mn-cs"/>
        </a:defRPr>
      </a:lvl2pPr>
      <a:lvl3pPr marL="1143000" indent="-228600" algn="l" defTabSz="914400" rtl="0" eaLnBrk="1" latinLnBrk="0" hangingPunct="1">
        <a:lnSpc>
          <a:spcPct val="100000"/>
        </a:lnSpc>
        <a:spcBef>
          <a:spcPts val="500"/>
        </a:spcBef>
        <a:buClr>
          <a:schemeClr val="accent1"/>
        </a:buClr>
        <a:buFont typeface="Apple Symbols" panose="02000000000000000000" pitchFamily="2" charset="-79"/>
        <a:buChar char="⎻"/>
        <a:defRPr sz="1800" kern="1200">
          <a:solidFill>
            <a:schemeClr val="tx1"/>
          </a:solidFill>
          <a:latin typeface="TD Graphik Semilight" panose="020B0503030202060203" pitchFamily="34" charset="77"/>
          <a:ea typeface="+mn-ea"/>
          <a:cs typeface="+mn-cs"/>
        </a:defRPr>
      </a:lvl3pPr>
      <a:lvl4pPr marL="1600200" indent="-228600" algn="l" defTabSz="914400" rtl="0" eaLnBrk="1" latinLnBrk="0" hangingPunct="1">
        <a:lnSpc>
          <a:spcPct val="100000"/>
        </a:lnSpc>
        <a:spcBef>
          <a:spcPts val="500"/>
        </a:spcBef>
        <a:buClr>
          <a:schemeClr val="accent1"/>
        </a:buClr>
        <a:buFont typeface="Courier New" panose="02070309020205020404" pitchFamily="49" charset="0"/>
        <a:buChar char="o"/>
        <a:defRPr sz="1600" kern="1200">
          <a:solidFill>
            <a:schemeClr val="tx1"/>
          </a:solidFill>
          <a:latin typeface="TD Graphik Semilight" panose="020B0503030202060203" pitchFamily="34" charset="77"/>
          <a:ea typeface="+mn-ea"/>
          <a:cs typeface="+mn-cs"/>
        </a:defRPr>
      </a:lvl4pPr>
      <a:lvl5pPr marL="2057400" indent="-228600" algn="l" defTabSz="914400" rtl="0" eaLnBrk="1" latinLnBrk="0" hangingPunct="1">
        <a:lnSpc>
          <a:spcPct val="100000"/>
        </a:lnSpc>
        <a:spcBef>
          <a:spcPts val="500"/>
        </a:spcBef>
        <a:buClr>
          <a:schemeClr val="accent1"/>
        </a:buClr>
        <a:buFont typeface="Wingdings" pitchFamily="2" charset="2"/>
        <a:buChar char="§"/>
        <a:defRPr sz="1600" kern="1200">
          <a:solidFill>
            <a:schemeClr val="tx1"/>
          </a:solidFill>
          <a:latin typeface="TD Graphik Semilight"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F0F5E8-5F6A-8ACD-7720-C8E9F15975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Section Slides – NO IMAGE</a:t>
            </a:r>
          </a:p>
        </p:txBody>
      </p:sp>
      <p:sp>
        <p:nvSpPr>
          <p:cNvPr id="3" name="Text Placeholder 2">
            <a:extLst>
              <a:ext uri="{FF2B5EF4-FFF2-40B4-BE49-F238E27FC236}">
                <a16:creationId xmlns:a16="http://schemas.microsoft.com/office/drawing/2014/main" id="{8FBDCEF7-D1A4-F50D-1CB4-B5C5E8B94A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6B212B-5CC5-0E14-4619-0185CE1FC8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0BA76B-99A7-7F40-9AFB-251BCF269534}" type="datetimeFigureOut">
              <a:rPr lang="en-US" smtClean="0"/>
              <a:t>5/22/2026</a:t>
            </a:fld>
            <a:endParaRPr lang="en-US"/>
          </a:p>
        </p:txBody>
      </p:sp>
      <p:sp>
        <p:nvSpPr>
          <p:cNvPr id="5" name="Footer Placeholder 4">
            <a:extLst>
              <a:ext uri="{FF2B5EF4-FFF2-40B4-BE49-F238E27FC236}">
                <a16:creationId xmlns:a16="http://schemas.microsoft.com/office/drawing/2014/main" id="{390FB115-AEDE-8514-FC9E-93CEB4BAFB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FF94097-0E2F-5783-A029-850C06645D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B9DBA5-28B8-D942-9571-C4CFF3688759}" type="slidenum">
              <a:rPr lang="en-US" smtClean="0"/>
              <a:t>‹#›</a:t>
            </a:fld>
            <a:endParaRPr lang="en-US"/>
          </a:p>
        </p:txBody>
      </p:sp>
      <p:sp>
        <p:nvSpPr>
          <p:cNvPr id="7" name="MSIPCMContentMarking" descr="{&quot;HashCode&quot;:439207315,&quot;Placement&quot;:&quot;Footer&quot;,&quot;Top&quot;:519.343,&quot;Left&quot;:0.0,&quot;SlideWidth&quot;:960,&quot;SlideHeight&quot;:540}">
            <a:extLst>
              <a:ext uri="{FF2B5EF4-FFF2-40B4-BE49-F238E27FC236}">
                <a16:creationId xmlns:a16="http://schemas.microsoft.com/office/drawing/2014/main" id="{BE20F5DA-BA37-517A-8737-AE0C4FD9FEDC}"/>
              </a:ext>
            </a:extLst>
          </p:cNvPr>
          <p:cNvSpPr txBox="1"/>
          <p:nvPr userDrawn="1"/>
        </p:nvSpPr>
        <p:spPr>
          <a:xfrm>
            <a:off x="0" y="6595656"/>
            <a:ext cx="678298" cy="262344"/>
          </a:xfrm>
          <a:prstGeom prst="rect">
            <a:avLst/>
          </a:prstGeom>
          <a:noFill/>
        </p:spPr>
        <p:txBody>
          <a:bodyPr vert="horz" wrap="square" lIns="0" tIns="0" rIns="0" bIns="0" rtlCol="0" anchor="ctr" anchorCtr="1">
            <a:spAutoFit/>
          </a:bodyPr>
          <a:lstStyle/>
          <a:p>
            <a:pPr algn="l">
              <a:spcBef>
                <a:spcPts val="0"/>
              </a:spcBef>
              <a:spcAft>
                <a:spcPts val="0"/>
              </a:spcAft>
            </a:pPr>
            <a:r>
              <a:rPr lang="en-US" sz="1000">
                <a:solidFill>
                  <a:srgbClr val="000000"/>
                </a:solidFill>
                <a:latin typeface="Calibri" panose="020F0502020204030204" pitchFamily="34" charset="0"/>
              </a:rPr>
              <a:t>Internal</a:t>
            </a:r>
          </a:p>
        </p:txBody>
      </p:sp>
    </p:spTree>
    <p:extLst>
      <p:ext uri="{BB962C8B-B14F-4D97-AF65-F5344CB8AC3E}">
        <p14:creationId xmlns:p14="http://schemas.microsoft.com/office/powerpoint/2010/main" val="2181627809"/>
      </p:ext>
    </p:extLst>
  </p:cSld>
  <p:clrMap bg1="lt1" tx1="dk1" bg2="lt2" tx2="dk2" accent1="accent1" accent2="accent2" accent3="accent3" accent4="accent4" accent5="accent5" accent6="accent6" hlink="hlink" folHlink="folHlink"/>
  <p:sldLayoutIdLst>
    <p:sldLayoutId id="21474838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17E5D1-993F-39B7-22D7-DB39B96D6E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Section Slides - IMAGE</a:t>
            </a:r>
          </a:p>
        </p:txBody>
      </p:sp>
      <p:sp>
        <p:nvSpPr>
          <p:cNvPr id="3" name="Text Placeholder 2">
            <a:extLst>
              <a:ext uri="{FF2B5EF4-FFF2-40B4-BE49-F238E27FC236}">
                <a16:creationId xmlns:a16="http://schemas.microsoft.com/office/drawing/2014/main" id="{639E46AC-9C4E-7DDB-4B0A-E5E2359CAB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71AC3C-B2A7-0027-7673-05571F7099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7EBF79D0-5AF2-9F8C-24DF-39630B7E1D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71D4A8C-CD07-6D88-C9FF-8C5660D9C7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E217E1-475B-EE4B-856F-EFEE4B622388}" type="slidenum">
              <a:rPr lang="en-US" smtClean="0"/>
              <a:t>‹#›</a:t>
            </a:fld>
            <a:endParaRPr lang="en-US"/>
          </a:p>
        </p:txBody>
      </p:sp>
      <p:sp>
        <p:nvSpPr>
          <p:cNvPr id="7" name="MSIPCMContentMarking" descr="{&quot;HashCode&quot;:439207315,&quot;Placement&quot;:&quot;Footer&quot;,&quot;Top&quot;:519.343,&quot;Left&quot;:0.0,&quot;SlideWidth&quot;:960,&quot;SlideHeight&quot;:540}">
            <a:extLst>
              <a:ext uri="{FF2B5EF4-FFF2-40B4-BE49-F238E27FC236}">
                <a16:creationId xmlns:a16="http://schemas.microsoft.com/office/drawing/2014/main" id="{C673D480-05B8-29A4-986F-D13A4F548779}"/>
              </a:ext>
            </a:extLst>
          </p:cNvPr>
          <p:cNvSpPr txBox="1"/>
          <p:nvPr userDrawn="1"/>
        </p:nvSpPr>
        <p:spPr>
          <a:xfrm>
            <a:off x="0" y="6595656"/>
            <a:ext cx="678298" cy="262344"/>
          </a:xfrm>
          <a:prstGeom prst="rect">
            <a:avLst/>
          </a:prstGeom>
          <a:noFill/>
        </p:spPr>
        <p:txBody>
          <a:bodyPr vert="horz" wrap="square" lIns="0" tIns="0" rIns="0" bIns="0" rtlCol="0" anchor="ctr" anchorCtr="1">
            <a:spAutoFit/>
          </a:bodyPr>
          <a:lstStyle/>
          <a:p>
            <a:pPr algn="l">
              <a:spcBef>
                <a:spcPts val="0"/>
              </a:spcBef>
              <a:spcAft>
                <a:spcPts val="0"/>
              </a:spcAft>
            </a:pPr>
            <a:r>
              <a:rPr lang="en-US" sz="1000">
                <a:solidFill>
                  <a:srgbClr val="000000"/>
                </a:solidFill>
                <a:latin typeface="Calibri" panose="020F0502020204030204" pitchFamily="34" charset="0"/>
              </a:rPr>
              <a:t>Internal</a:t>
            </a:r>
          </a:p>
        </p:txBody>
      </p:sp>
    </p:spTree>
    <p:extLst>
      <p:ext uri="{BB962C8B-B14F-4D97-AF65-F5344CB8AC3E}">
        <p14:creationId xmlns:p14="http://schemas.microsoft.com/office/powerpoint/2010/main" val="1348307383"/>
      </p:ext>
    </p:extLst>
  </p:cSld>
  <p:clrMap bg1="lt1" tx1="dk1" bg2="lt2" tx2="dk2" accent1="accent1" accent2="accent2" accent3="accent3" accent4="accent4" accent5="accent5" accent6="accent6" hlink="hlink" folHlink="folHlink"/>
  <p:sldLayoutIdLst>
    <p:sldLayoutId id="2147483880" r:id="rId1"/>
    <p:sldLayoutId id="2147483769" r:id="rId2"/>
    <p:sldLayoutId id="2147483764" r:id="rId3"/>
    <p:sldLayoutId id="2147483886" r:id="rId4"/>
    <p:sldLayoutId id="2147483825" r:id="rId5"/>
  </p:sldLayoutIdLst>
  <p:hf hdr="0" dt="0"/>
  <p:txStyles>
    <p:titleStyle>
      <a:lvl1pPr algn="l" defTabSz="914400" rtl="0" eaLnBrk="1" latinLnBrk="0" hangingPunct="1">
        <a:lnSpc>
          <a:spcPct val="90000"/>
        </a:lnSpc>
        <a:spcBef>
          <a:spcPct val="0"/>
        </a:spcBef>
        <a:buNone/>
        <a:defRPr sz="4400" kern="1200">
          <a:solidFill>
            <a:schemeClr val="tx1"/>
          </a:solidFill>
          <a:latin typeface="TD Graphik Semilight" panose="020B0503030202060203" pitchFamily="34"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D Graphik Semilight" panose="020B0503030202060203" pitchFamily="34"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D Graphik Semilight" panose="020B0503030202060203" pitchFamily="34"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D Graphik Semilight" panose="020B0503030202060203" pitchFamily="34"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D Graphik Semilight" panose="020B0503030202060203" pitchFamily="34"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D Graphik Semilight"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E272558-BAEC-9956-1E48-4E64EB4277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B474ADE8-AB87-6EB6-77C4-21390694F4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05CF184-E507-E784-8D10-365BFCD292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C4C059-750F-294E-B934-889EF57A0134}" type="slidenum">
              <a:rPr lang="en-US" smtClean="0"/>
              <a:t>‹#›</a:t>
            </a:fld>
            <a:endParaRPr lang="en-US"/>
          </a:p>
        </p:txBody>
      </p:sp>
      <p:sp>
        <p:nvSpPr>
          <p:cNvPr id="9" name="Title Placeholder 1">
            <a:extLst>
              <a:ext uri="{FF2B5EF4-FFF2-40B4-BE49-F238E27FC236}">
                <a16:creationId xmlns:a16="http://schemas.microsoft.com/office/drawing/2014/main" id="{D9BD99A8-43E8-82A6-5965-9FFBB144DE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Content Slides</a:t>
            </a:r>
          </a:p>
        </p:txBody>
      </p:sp>
      <p:sp>
        <p:nvSpPr>
          <p:cNvPr id="10" name="Text Placeholder 2">
            <a:extLst>
              <a:ext uri="{FF2B5EF4-FFF2-40B4-BE49-F238E27FC236}">
                <a16:creationId xmlns:a16="http://schemas.microsoft.com/office/drawing/2014/main" id="{15CB9E3B-0A2B-3425-5C4E-AFD4A34CA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MSIPCMContentMarking" descr="{&quot;HashCode&quot;:439207315,&quot;Placement&quot;:&quot;Footer&quot;,&quot;Top&quot;:519.343,&quot;Left&quot;:0.0,&quot;SlideWidth&quot;:960,&quot;SlideHeight&quot;:540}">
            <a:extLst>
              <a:ext uri="{FF2B5EF4-FFF2-40B4-BE49-F238E27FC236}">
                <a16:creationId xmlns:a16="http://schemas.microsoft.com/office/drawing/2014/main" id="{E717BB87-ECC4-CFC4-1749-2FDCF2ADF608}"/>
              </a:ext>
            </a:extLst>
          </p:cNvPr>
          <p:cNvSpPr txBox="1"/>
          <p:nvPr userDrawn="1"/>
        </p:nvSpPr>
        <p:spPr>
          <a:xfrm>
            <a:off x="0" y="6595656"/>
            <a:ext cx="678298" cy="262344"/>
          </a:xfrm>
          <a:prstGeom prst="rect">
            <a:avLst/>
          </a:prstGeom>
          <a:noFill/>
        </p:spPr>
        <p:txBody>
          <a:bodyPr vert="horz" wrap="square" lIns="0" tIns="0" rIns="0" bIns="0" rtlCol="0" anchor="ctr" anchorCtr="1">
            <a:spAutoFit/>
          </a:bodyPr>
          <a:lstStyle/>
          <a:p>
            <a:pPr algn="l">
              <a:spcBef>
                <a:spcPts val="0"/>
              </a:spcBef>
              <a:spcAft>
                <a:spcPts val="0"/>
              </a:spcAft>
            </a:pPr>
            <a:r>
              <a:rPr lang="en-US" sz="1000">
                <a:solidFill>
                  <a:srgbClr val="000000"/>
                </a:solidFill>
                <a:latin typeface="Calibri" panose="020F0502020204030204" pitchFamily="34" charset="0"/>
              </a:rPr>
              <a:t>Internal</a:t>
            </a:r>
          </a:p>
        </p:txBody>
      </p:sp>
    </p:spTree>
    <p:extLst>
      <p:ext uri="{BB962C8B-B14F-4D97-AF65-F5344CB8AC3E}">
        <p14:creationId xmlns:p14="http://schemas.microsoft.com/office/powerpoint/2010/main" val="2021514077"/>
      </p:ext>
    </p:extLst>
  </p:cSld>
  <p:clrMap bg1="lt1" tx1="dk1" bg2="lt2" tx2="dk2" accent1="accent1" accent2="accent2" accent3="accent3" accent4="accent4" accent5="accent5" accent6="accent6" hlink="hlink" folHlink="folHlink"/>
  <p:sldLayoutIdLst>
    <p:sldLayoutId id="2147483897" r:id="rId1"/>
    <p:sldLayoutId id="2147483888" r:id="rId2"/>
    <p:sldLayoutId id="2147483790" r:id="rId3"/>
    <p:sldLayoutId id="2147483779" r:id="rId4"/>
    <p:sldLayoutId id="2147483781" r:id="rId5"/>
    <p:sldLayoutId id="2147483831" r:id="rId6"/>
    <p:sldLayoutId id="2147483828" r:id="rId7"/>
    <p:sldLayoutId id="2147483829" r:id="rId8"/>
    <p:sldLayoutId id="2147483837" r:id="rId9"/>
    <p:sldLayoutId id="2147483691" r:id="rId10"/>
    <p:sldLayoutId id="2147483901" r:id="rId11"/>
    <p:sldLayoutId id="2147483902"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1"/>
        </a:buClr>
        <a:buFont typeface="Wingdings" pitchFamily="2" charset="2"/>
        <a:buChar char="§"/>
        <a:defRPr sz="2400" kern="1200">
          <a:solidFill>
            <a:schemeClr val="tx1"/>
          </a:solidFill>
          <a:latin typeface="TD Graphik Semilight" panose="020B0503030202060203" pitchFamily="34" charset="77"/>
          <a:ea typeface="+mn-ea"/>
          <a:cs typeface="+mn-cs"/>
        </a:defRPr>
      </a:lvl1pPr>
      <a:lvl2pPr marL="685800" indent="-228600" algn="l" defTabSz="914400" rtl="0" eaLnBrk="1" latinLnBrk="0" hangingPunct="1">
        <a:lnSpc>
          <a:spcPct val="100000"/>
        </a:lnSpc>
        <a:spcBef>
          <a:spcPts val="500"/>
        </a:spcBef>
        <a:buClr>
          <a:schemeClr val="accent1"/>
        </a:buClr>
        <a:buFont typeface="Arial" panose="020B0604020202020204" pitchFamily="34" charset="0"/>
        <a:buChar char="•"/>
        <a:defRPr sz="2000" kern="1200">
          <a:solidFill>
            <a:schemeClr val="tx1"/>
          </a:solidFill>
          <a:latin typeface="TD Graphik Semilight" panose="020B0503030202060203" pitchFamily="34" charset="77"/>
          <a:ea typeface="+mn-ea"/>
          <a:cs typeface="+mn-cs"/>
        </a:defRPr>
      </a:lvl2pPr>
      <a:lvl3pPr marL="1143000" indent="-228600" algn="l" defTabSz="914400" rtl="0" eaLnBrk="1" latinLnBrk="0" hangingPunct="1">
        <a:lnSpc>
          <a:spcPct val="100000"/>
        </a:lnSpc>
        <a:spcBef>
          <a:spcPts val="500"/>
        </a:spcBef>
        <a:buClr>
          <a:schemeClr val="accent1"/>
        </a:buClr>
        <a:buFont typeface="Apple Symbols" panose="02000000000000000000" pitchFamily="2" charset="-79"/>
        <a:buChar char="⎻"/>
        <a:defRPr sz="1800" kern="1200">
          <a:solidFill>
            <a:schemeClr val="tx1"/>
          </a:solidFill>
          <a:latin typeface="TD Graphik Semilight" panose="020B0503030202060203" pitchFamily="34" charset="77"/>
          <a:ea typeface="+mn-ea"/>
          <a:cs typeface="+mn-cs"/>
        </a:defRPr>
      </a:lvl3pPr>
      <a:lvl4pPr marL="1600200" indent="-228600" algn="l" defTabSz="914400" rtl="0" eaLnBrk="1" latinLnBrk="0" hangingPunct="1">
        <a:lnSpc>
          <a:spcPct val="100000"/>
        </a:lnSpc>
        <a:spcBef>
          <a:spcPts val="500"/>
        </a:spcBef>
        <a:buClr>
          <a:schemeClr val="accent1"/>
        </a:buClr>
        <a:buFont typeface="Courier New" panose="02070309020205020404" pitchFamily="49" charset="0"/>
        <a:buChar char="o"/>
        <a:defRPr sz="1600" kern="1200">
          <a:solidFill>
            <a:schemeClr val="tx1"/>
          </a:solidFill>
          <a:latin typeface="TD Graphik Semilight" panose="020B0503030202060203" pitchFamily="34" charset="77"/>
          <a:ea typeface="+mn-ea"/>
          <a:cs typeface="+mn-cs"/>
        </a:defRPr>
      </a:lvl4pPr>
      <a:lvl5pPr marL="2057400" indent="-228600" algn="l" defTabSz="914400" rtl="0" eaLnBrk="1" latinLnBrk="0" hangingPunct="1">
        <a:lnSpc>
          <a:spcPct val="100000"/>
        </a:lnSpc>
        <a:spcBef>
          <a:spcPts val="500"/>
        </a:spcBef>
        <a:buClr>
          <a:schemeClr val="accent1"/>
        </a:buClr>
        <a:buFont typeface="Wingdings" pitchFamily="2" charset="2"/>
        <a:buChar char="§"/>
        <a:defRPr sz="1600" kern="1200">
          <a:solidFill>
            <a:schemeClr val="tx1"/>
          </a:solidFill>
          <a:latin typeface="TD Graphik Semilight"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643F47-2BCA-29AA-5414-A1583AEDA4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Pull Quotes</a:t>
            </a:r>
            <a:br>
              <a:rPr lang="en-US"/>
            </a:br>
            <a:endParaRPr lang="en-US"/>
          </a:p>
        </p:txBody>
      </p:sp>
      <p:sp>
        <p:nvSpPr>
          <p:cNvPr id="3" name="Text Placeholder 2">
            <a:extLst>
              <a:ext uri="{FF2B5EF4-FFF2-40B4-BE49-F238E27FC236}">
                <a16:creationId xmlns:a16="http://schemas.microsoft.com/office/drawing/2014/main" id="{B2E06FE5-EB38-873F-5283-7A93187480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D9D24A-3C01-883B-6869-A029E3BD06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C997B0F3-AAAA-5A77-0525-04A089801F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1F65B61-C4D6-11A2-5D9C-C01D8E0211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E43E69-2120-F144-A300-AAA991931247}" type="slidenum">
              <a:rPr lang="en-US" smtClean="0"/>
              <a:t>‹#›</a:t>
            </a:fld>
            <a:endParaRPr lang="en-US"/>
          </a:p>
        </p:txBody>
      </p:sp>
      <p:sp>
        <p:nvSpPr>
          <p:cNvPr id="7" name="MSIPCMContentMarking" descr="{&quot;HashCode&quot;:439207315,&quot;Placement&quot;:&quot;Footer&quot;,&quot;Top&quot;:519.343,&quot;Left&quot;:0.0,&quot;SlideWidth&quot;:960,&quot;SlideHeight&quot;:540}">
            <a:extLst>
              <a:ext uri="{FF2B5EF4-FFF2-40B4-BE49-F238E27FC236}">
                <a16:creationId xmlns:a16="http://schemas.microsoft.com/office/drawing/2014/main" id="{92482721-2146-AB5F-690B-EEDCD3C50C2D}"/>
              </a:ext>
            </a:extLst>
          </p:cNvPr>
          <p:cNvSpPr txBox="1"/>
          <p:nvPr userDrawn="1"/>
        </p:nvSpPr>
        <p:spPr>
          <a:xfrm>
            <a:off x="0" y="6595656"/>
            <a:ext cx="678298" cy="262344"/>
          </a:xfrm>
          <a:prstGeom prst="rect">
            <a:avLst/>
          </a:prstGeom>
          <a:noFill/>
        </p:spPr>
        <p:txBody>
          <a:bodyPr vert="horz" wrap="square" lIns="0" tIns="0" rIns="0" bIns="0" rtlCol="0" anchor="ctr" anchorCtr="1">
            <a:spAutoFit/>
          </a:bodyPr>
          <a:lstStyle/>
          <a:p>
            <a:pPr algn="l">
              <a:spcBef>
                <a:spcPts val="0"/>
              </a:spcBef>
              <a:spcAft>
                <a:spcPts val="0"/>
              </a:spcAft>
            </a:pPr>
            <a:r>
              <a:rPr lang="en-US" sz="1000">
                <a:solidFill>
                  <a:srgbClr val="000000"/>
                </a:solidFill>
                <a:latin typeface="Calibri" panose="020F0502020204030204" pitchFamily="34" charset="0"/>
              </a:rPr>
              <a:t>Internal</a:t>
            </a:r>
          </a:p>
        </p:txBody>
      </p:sp>
    </p:spTree>
    <p:extLst>
      <p:ext uri="{BB962C8B-B14F-4D97-AF65-F5344CB8AC3E}">
        <p14:creationId xmlns:p14="http://schemas.microsoft.com/office/powerpoint/2010/main" val="3239161528"/>
      </p:ext>
    </p:extLst>
  </p:cSld>
  <p:clrMap bg1="lt1" tx1="dk1" bg2="lt2" tx2="dk2" accent1="accent1" accent2="accent2" accent3="accent3" accent4="accent4" accent5="accent5" accent6="accent6" hlink="hlink" folHlink="folHlink"/>
  <p:sldLayoutIdLst>
    <p:sldLayoutId id="2147483800" r:id="rId1"/>
    <p:sldLayoutId id="2147483802" r:id="rId2"/>
    <p:sldLayoutId id="2147483881" r:id="rId3"/>
    <p:sldLayoutId id="2147483903" r:id="rId4"/>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1"/>
        </a:buClr>
        <a:buFont typeface="Wingdings" pitchFamily="2" charset="2"/>
        <a:buChar char="§"/>
        <a:defRPr sz="2400" kern="1200">
          <a:solidFill>
            <a:schemeClr val="tx1"/>
          </a:solidFill>
          <a:latin typeface="TD Graphik Semilight" panose="020B0503030202060203" pitchFamily="34" charset="77"/>
          <a:ea typeface="+mn-ea"/>
          <a:cs typeface="+mn-cs"/>
        </a:defRPr>
      </a:lvl1pPr>
      <a:lvl2pPr marL="685800" indent="-228600" algn="l" defTabSz="914400" rtl="0" eaLnBrk="1" latinLnBrk="0" hangingPunct="1">
        <a:lnSpc>
          <a:spcPct val="100000"/>
        </a:lnSpc>
        <a:spcBef>
          <a:spcPts val="500"/>
        </a:spcBef>
        <a:buClr>
          <a:schemeClr val="accent1"/>
        </a:buClr>
        <a:buFont typeface="Arial" panose="020B0604020202020204" pitchFamily="34" charset="0"/>
        <a:buChar char="•"/>
        <a:defRPr sz="2000" kern="1200">
          <a:solidFill>
            <a:schemeClr val="tx1"/>
          </a:solidFill>
          <a:latin typeface="TD Graphik Semilight" panose="020B0503030202060203" pitchFamily="34" charset="77"/>
          <a:ea typeface="+mn-ea"/>
          <a:cs typeface="+mn-cs"/>
        </a:defRPr>
      </a:lvl2pPr>
      <a:lvl3pPr marL="1143000" indent="-228600" algn="l" defTabSz="914400" rtl="0" eaLnBrk="1" latinLnBrk="0" hangingPunct="1">
        <a:lnSpc>
          <a:spcPct val="100000"/>
        </a:lnSpc>
        <a:spcBef>
          <a:spcPts val="500"/>
        </a:spcBef>
        <a:buClr>
          <a:schemeClr val="accent1"/>
        </a:buClr>
        <a:buFont typeface="Apple Symbols" panose="02000000000000000000" pitchFamily="2" charset="-79"/>
        <a:buChar char="⎻"/>
        <a:defRPr sz="1800" kern="1200">
          <a:solidFill>
            <a:schemeClr val="tx1"/>
          </a:solidFill>
          <a:latin typeface="TD Graphik Semilight" panose="020B0503030202060203" pitchFamily="34" charset="77"/>
          <a:ea typeface="+mn-ea"/>
          <a:cs typeface="+mn-cs"/>
        </a:defRPr>
      </a:lvl3pPr>
      <a:lvl4pPr marL="1600200" indent="-228600" algn="l" defTabSz="914400" rtl="0" eaLnBrk="1" latinLnBrk="0" hangingPunct="1">
        <a:lnSpc>
          <a:spcPct val="100000"/>
        </a:lnSpc>
        <a:spcBef>
          <a:spcPts val="500"/>
        </a:spcBef>
        <a:buClr>
          <a:schemeClr val="accent1"/>
        </a:buClr>
        <a:buFont typeface="Courier New" panose="02070309020205020404" pitchFamily="49" charset="0"/>
        <a:buChar char="o"/>
        <a:defRPr sz="1600" kern="1200">
          <a:solidFill>
            <a:schemeClr val="tx1"/>
          </a:solidFill>
          <a:latin typeface="TD Graphik Semilight" panose="020B0503030202060203" pitchFamily="34" charset="77"/>
          <a:ea typeface="+mn-ea"/>
          <a:cs typeface="+mn-cs"/>
        </a:defRPr>
      </a:lvl4pPr>
      <a:lvl5pPr marL="2057400" indent="-228600" algn="l" defTabSz="914400" rtl="0" eaLnBrk="1" latinLnBrk="0" hangingPunct="1">
        <a:lnSpc>
          <a:spcPct val="100000"/>
        </a:lnSpc>
        <a:spcBef>
          <a:spcPts val="500"/>
        </a:spcBef>
        <a:buClr>
          <a:schemeClr val="accent1"/>
        </a:buClr>
        <a:buFont typeface="Wingdings" pitchFamily="2" charset="2"/>
        <a:buChar char="§"/>
        <a:defRPr sz="1600" kern="1200">
          <a:solidFill>
            <a:schemeClr val="tx1"/>
          </a:solidFill>
          <a:latin typeface="TD Graphik Semilight"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B3B9142-7E7E-B11E-8632-30C7782C16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Charts &amp; Graph Slides</a:t>
            </a:r>
          </a:p>
        </p:txBody>
      </p:sp>
      <p:sp>
        <p:nvSpPr>
          <p:cNvPr id="3" name="Body copy">
            <a:extLst>
              <a:ext uri="{FF2B5EF4-FFF2-40B4-BE49-F238E27FC236}">
                <a16:creationId xmlns:a16="http://schemas.microsoft.com/office/drawing/2014/main" id="{0D1D9E52-4CD4-FE0F-12D3-07C9A57B09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a:extLst>
              <a:ext uri="{FF2B5EF4-FFF2-40B4-BE49-F238E27FC236}">
                <a16:creationId xmlns:a16="http://schemas.microsoft.com/office/drawing/2014/main" id="{EC8976C7-1C39-B655-1CDE-8711F0FC85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a:extLst>
              <a:ext uri="{FF2B5EF4-FFF2-40B4-BE49-F238E27FC236}">
                <a16:creationId xmlns:a16="http://schemas.microsoft.com/office/drawing/2014/main" id="{DA31C742-C28F-FB6A-A215-D01DF8D4DF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Page number">
            <a:extLst>
              <a:ext uri="{FF2B5EF4-FFF2-40B4-BE49-F238E27FC236}">
                <a16:creationId xmlns:a16="http://schemas.microsoft.com/office/drawing/2014/main" id="{32780A24-C2A9-D73D-A4C1-21DF6D3E58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DDFC34-59F8-F943-B656-552A737A70F0}" type="slidenum">
              <a:rPr lang="en-US" smtClean="0"/>
              <a:t>‹#›</a:t>
            </a:fld>
            <a:endParaRPr lang="en-US"/>
          </a:p>
        </p:txBody>
      </p:sp>
      <p:sp>
        <p:nvSpPr>
          <p:cNvPr id="7" name="MSIPCMContentMarking" descr="{&quot;HashCode&quot;:439207315,&quot;Placement&quot;:&quot;Footer&quot;,&quot;Top&quot;:519.343,&quot;Left&quot;:0.0,&quot;SlideWidth&quot;:960,&quot;SlideHeight&quot;:540}">
            <a:extLst>
              <a:ext uri="{FF2B5EF4-FFF2-40B4-BE49-F238E27FC236}">
                <a16:creationId xmlns:a16="http://schemas.microsoft.com/office/drawing/2014/main" id="{B3D93AE3-0F9A-B24B-19EB-177029FDC225}"/>
              </a:ext>
            </a:extLst>
          </p:cNvPr>
          <p:cNvSpPr txBox="1"/>
          <p:nvPr userDrawn="1"/>
        </p:nvSpPr>
        <p:spPr>
          <a:xfrm>
            <a:off x="0" y="6595656"/>
            <a:ext cx="678298" cy="262344"/>
          </a:xfrm>
          <a:prstGeom prst="rect">
            <a:avLst/>
          </a:prstGeom>
          <a:noFill/>
        </p:spPr>
        <p:txBody>
          <a:bodyPr vert="horz" wrap="square" lIns="0" tIns="0" rIns="0" bIns="0" rtlCol="0" anchor="ctr" anchorCtr="1">
            <a:spAutoFit/>
          </a:bodyPr>
          <a:lstStyle/>
          <a:p>
            <a:pPr algn="l">
              <a:spcBef>
                <a:spcPts val="0"/>
              </a:spcBef>
              <a:spcAft>
                <a:spcPts val="0"/>
              </a:spcAft>
            </a:pPr>
            <a:r>
              <a:rPr lang="en-US" sz="1000">
                <a:solidFill>
                  <a:srgbClr val="000000"/>
                </a:solidFill>
                <a:latin typeface="Calibri" panose="020F0502020204030204" pitchFamily="34" charset="0"/>
              </a:rPr>
              <a:t>Internal</a:t>
            </a:r>
          </a:p>
        </p:txBody>
      </p:sp>
    </p:spTree>
    <p:extLst>
      <p:ext uri="{BB962C8B-B14F-4D97-AF65-F5344CB8AC3E}">
        <p14:creationId xmlns:p14="http://schemas.microsoft.com/office/powerpoint/2010/main" val="3865805646"/>
      </p:ext>
    </p:extLst>
  </p:cSld>
  <p:clrMap bg1="lt1" tx1="dk1" bg2="lt2" tx2="dk2" accent1="accent1" accent2="accent2" accent3="accent3" accent4="accent4" accent5="accent5" accent6="accent6" hlink="hlink" folHlink="folHlink"/>
  <p:hf hdr="0" dt="0"/>
  <p:txStyles>
    <p:titleStyle>
      <a:lvl1pPr algn="l" defTabSz="914400" rtl="0" eaLnBrk="1" latinLnBrk="0" hangingPunct="1">
        <a:lnSpc>
          <a:spcPct val="90000"/>
        </a:lnSpc>
        <a:spcBef>
          <a:spcPct val="0"/>
        </a:spcBef>
        <a:buNone/>
        <a:defRPr sz="2800" b="1" i="0" kern="1200">
          <a:solidFill>
            <a:schemeClr val="accent1"/>
          </a:solidFill>
          <a:latin typeface="TD Graphik Semibold" panose="020B0503030202060203" pitchFamily="34" charset="77"/>
          <a:ea typeface="+mj-ea"/>
          <a:cs typeface="+mj-cs"/>
        </a:defRPr>
      </a:lvl1pPr>
    </p:titleStyle>
    <p:bodyStyle>
      <a:lvl1pPr marL="228600" indent="-228600" algn="l" defTabSz="914400" rtl="0" eaLnBrk="1" latinLnBrk="0" hangingPunct="1">
        <a:lnSpc>
          <a:spcPct val="100000"/>
        </a:lnSpc>
        <a:spcBef>
          <a:spcPts val="1000"/>
        </a:spcBef>
        <a:buClr>
          <a:schemeClr val="accent1"/>
        </a:buClr>
        <a:buFont typeface="Wingdings" pitchFamily="2" charset="2"/>
        <a:buChar char="§"/>
        <a:defRPr sz="2400" kern="1200">
          <a:solidFill>
            <a:schemeClr val="tx1"/>
          </a:solidFill>
          <a:latin typeface="TD Graphik Semilight" panose="020B0503030202060203" pitchFamily="34" charset="77"/>
          <a:ea typeface="+mn-ea"/>
          <a:cs typeface="+mn-cs"/>
        </a:defRPr>
      </a:lvl1pPr>
      <a:lvl2pPr marL="685800" indent="-228600" algn="l" defTabSz="914400" rtl="0" eaLnBrk="1" latinLnBrk="0" hangingPunct="1">
        <a:lnSpc>
          <a:spcPct val="100000"/>
        </a:lnSpc>
        <a:spcBef>
          <a:spcPts val="500"/>
        </a:spcBef>
        <a:buClr>
          <a:schemeClr val="accent1"/>
        </a:buClr>
        <a:buFont typeface="Arial" panose="020B0604020202020204" pitchFamily="34" charset="0"/>
        <a:buChar char="•"/>
        <a:defRPr sz="2000" kern="1200">
          <a:solidFill>
            <a:schemeClr val="tx1"/>
          </a:solidFill>
          <a:latin typeface="TD Graphik Semilight" panose="020B0503030202060203" pitchFamily="34" charset="77"/>
          <a:ea typeface="+mn-ea"/>
          <a:cs typeface="+mn-cs"/>
        </a:defRPr>
      </a:lvl2pPr>
      <a:lvl3pPr marL="1143000" indent="-228600" algn="l" defTabSz="914400" rtl="0" eaLnBrk="1" latinLnBrk="0" hangingPunct="1">
        <a:lnSpc>
          <a:spcPct val="100000"/>
        </a:lnSpc>
        <a:spcBef>
          <a:spcPts val="500"/>
        </a:spcBef>
        <a:buClr>
          <a:schemeClr val="accent1"/>
        </a:buClr>
        <a:buFont typeface="Apple Symbols" panose="02000000000000000000" pitchFamily="2" charset="-79"/>
        <a:buChar char="⎻"/>
        <a:defRPr sz="1800" kern="1200">
          <a:solidFill>
            <a:schemeClr val="tx1"/>
          </a:solidFill>
          <a:latin typeface="TD Graphik Semilight" panose="020B0503030202060203" pitchFamily="34" charset="77"/>
          <a:ea typeface="+mn-ea"/>
          <a:cs typeface="+mn-cs"/>
        </a:defRPr>
      </a:lvl3pPr>
      <a:lvl4pPr marL="1600200" indent="-228600" algn="l" defTabSz="914400" rtl="0" eaLnBrk="1" latinLnBrk="0" hangingPunct="1">
        <a:lnSpc>
          <a:spcPct val="100000"/>
        </a:lnSpc>
        <a:spcBef>
          <a:spcPts val="500"/>
        </a:spcBef>
        <a:buClr>
          <a:schemeClr val="accent1"/>
        </a:buClr>
        <a:buFont typeface="Courier New" panose="02070309020205020404" pitchFamily="49" charset="0"/>
        <a:buChar char="o"/>
        <a:defRPr sz="1600" kern="1200">
          <a:solidFill>
            <a:schemeClr val="tx1"/>
          </a:solidFill>
          <a:latin typeface="TD Graphik Semilight" panose="020B0503030202060203" pitchFamily="34" charset="77"/>
          <a:ea typeface="+mn-ea"/>
          <a:cs typeface="+mn-cs"/>
        </a:defRPr>
      </a:lvl4pPr>
      <a:lvl5pPr marL="2057400" indent="-228600" algn="l" defTabSz="914400" rtl="0" eaLnBrk="1" latinLnBrk="0" hangingPunct="1">
        <a:lnSpc>
          <a:spcPct val="100000"/>
        </a:lnSpc>
        <a:spcBef>
          <a:spcPts val="500"/>
        </a:spcBef>
        <a:buClr>
          <a:schemeClr val="accent1"/>
        </a:buClr>
        <a:buFont typeface="Arial" panose="020B0604020202020204" pitchFamily="34" charset="0"/>
        <a:buChar char="•"/>
        <a:defRPr sz="1600" kern="1200">
          <a:solidFill>
            <a:schemeClr val="tx1"/>
          </a:solidFill>
          <a:latin typeface="TD Graphik Semilight"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3B9142-7E7E-B11E-8632-30C7782C16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End Slides</a:t>
            </a:r>
          </a:p>
        </p:txBody>
      </p:sp>
      <p:sp>
        <p:nvSpPr>
          <p:cNvPr id="3" name="Text Placeholder 2">
            <a:extLst>
              <a:ext uri="{FF2B5EF4-FFF2-40B4-BE49-F238E27FC236}">
                <a16:creationId xmlns:a16="http://schemas.microsoft.com/office/drawing/2014/main" id="{0D1D9E52-4CD4-FE0F-12D3-07C9A57B09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8976C7-1C39-B655-1CDE-8711F0FC85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DA31C742-C28F-FB6A-A215-D01DF8D4DF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2780A24-C2A9-D73D-A4C1-21DF6D3E58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DDFC34-59F8-F943-B656-552A737A70F0}" type="slidenum">
              <a:rPr lang="en-US" smtClean="0"/>
              <a:t>‹#›</a:t>
            </a:fld>
            <a:endParaRPr lang="en-US"/>
          </a:p>
        </p:txBody>
      </p:sp>
      <p:sp>
        <p:nvSpPr>
          <p:cNvPr id="7" name="MSIPCMContentMarking" descr="{&quot;HashCode&quot;:439207315,&quot;Placement&quot;:&quot;Footer&quot;,&quot;Top&quot;:519.343,&quot;Left&quot;:0.0,&quot;SlideWidth&quot;:960,&quot;SlideHeight&quot;:540}">
            <a:extLst>
              <a:ext uri="{FF2B5EF4-FFF2-40B4-BE49-F238E27FC236}">
                <a16:creationId xmlns:a16="http://schemas.microsoft.com/office/drawing/2014/main" id="{2EEDB3DD-9E91-9F05-A74C-E381F9AA9A3A}"/>
              </a:ext>
            </a:extLst>
          </p:cNvPr>
          <p:cNvSpPr txBox="1"/>
          <p:nvPr userDrawn="1"/>
        </p:nvSpPr>
        <p:spPr>
          <a:xfrm>
            <a:off x="0" y="6595656"/>
            <a:ext cx="678298" cy="262344"/>
          </a:xfrm>
          <a:prstGeom prst="rect">
            <a:avLst/>
          </a:prstGeom>
          <a:noFill/>
        </p:spPr>
        <p:txBody>
          <a:bodyPr vert="horz" wrap="square" lIns="0" tIns="0" rIns="0" bIns="0" rtlCol="0" anchor="ctr" anchorCtr="1">
            <a:spAutoFit/>
          </a:bodyPr>
          <a:lstStyle/>
          <a:p>
            <a:pPr algn="l">
              <a:spcBef>
                <a:spcPts val="0"/>
              </a:spcBef>
              <a:spcAft>
                <a:spcPts val="0"/>
              </a:spcAft>
            </a:pPr>
            <a:r>
              <a:rPr lang="en-US" sz="1000">
                <a:solidFill>
                  <a:srgbClr val="000000"/>
                </a:solidFill>
                <a:latin typeface="Calibri" panose="020F0502020204030204" pitchFamily="34" charset="0"/>
              </a:rPr>
              <a:t>Internal</a:t>
            </a:r>
          </a:p>
        </p:txBody>
      </p:sp>
    </p:spTree>
    <p:extLst>
      <p:ext uri="{BB962C8B-B14F-4D97-AF65-F5344CB8AC3E}">
        <p14:creationId xmlns:p14="http://schemas.microsoft.com/office/powerpoint/2010/main" val="840430388"/>
      </p:ext>
    </p:extLst>
  </p:cSld>
  <p:clrMap bg1="lt1" tx1="dk1" bg2="lt2" tx2="dk2" accent1="accent1" accent2="accent2" accent3="accent3" accent4="accent4" accent5="accent5" accent6="accent6" hlink="hlink" folHlink="folHlink"/>
  <p:sldLayoutIdLst>
    <p:sldLayoutId id="2147483821" r:id="rId1"/>
  </p:sldLayoutIdLst>
  <p:hf hdr="0" dt="0"/>
  <p:txStyles>
    <p:titleStyle>
      <a:lvl1pPr algn="l" defTabSz="914400" rtl="0" eaLnBrk="1" latinLnBrk="0" hangingPunct="1">
        <a:lnSpc>
          <a:spcPct val="90000"/>
        </a:lnSpc>
        <a:spcBef>
          <a:spcPct val="0"/>
        </a:spcBef>
        <a:buNone/>
        <a:defRPr sz="4400" kern="1200">
          <a:solidFill>
            <a:schemeClr val="tx1"/>
          </a:solidFill>
          <a:latin typeface="TD Graphik Semilight" panose="020B0503030202060203" pitchFamily="34"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35.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0.png"/><Relationship Id="rId7" Type="http://schemas.openxmlformats.org/officeDocument/2006/relationships/diagramQuickStyle" Target="../diagrams/quickStyle1.xml"/><Relationship Id="rId2" Type="http://schemas.openxmlformats.org/officeDocument/2006/relationships/notesSlide" Target="../notesSlides/notesSlide5.xml"/><Relationship Id="rId1" Type="http://schemas.openxmlformats.org/officeDocument/2006/relationships/slideLayout" Target="../slideLayouts/slideLayout34.xml"/><Relationship Id="rId6" Type="http://schemas.openxmlformats.org/officeDocument/2006/relationships/diagramLayout" Target="../diagrams/layout1.xml"/><Relationship Id="rId5" Type="http://schemas.openxmlformats.org/officeDocument/2006/relationships/diagramData" Target="../diagrams/data1.xml"/><Relationship Id="rId10" Type="http://schemas.openxmlformats.org/officeDocument/2006/relationships/image" Target="../media/image2.jpeg"/><Relationship Id="rId4" Type="http://schemas.openxmlformats.org/officeDocument/2006/relationships/hyperlink" Target="https://myteam.td.com/:x:/r/teams/BizJam2026/Shared%20Documents/General/Resource%20Package/Data/Biz%20Jam%20-%20TD%20Rewards%20Redemption%20Data.xlsx?d=w444d85aeeaf24635ba402b855de2e11c&amp;csf=1&amp;web=1&amp;e=AQyiyC" TargetMode="External"/><Relationship Id="rId9" Type="http://schemas.microsoft.com/office/2007/relationships/diagramDrawing" Target="../diagrams/drawing1.xml"/></Relationships>
</file>

<file path=ppt/slides/_rels/slide6.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6.xml"/><Relationship Id="rId1" Type="http://schemas.openxmlformats.org/officeDocument/2006/relationships/slideLayout" Target="../slideLayouts/slideLayout29.xml"/><Relationship Id="rId6" Type="http://schemas.openxmlformats.org/officeDocument/2006/relationships/hyperlink" Target="https://ca.finance.yahoo.com/news/visa-canada-brings-visa-street-031800875.html" TargetMode="External"/><Relationship Id="rId5" Type="http://schemas.openxmlformats.org/officeDocument/2006/relationships/image" Target="../media/image33.png"/><Relationship Id="rId4" Type="http://schemas.openxmlformats.org/officeDocument/2006/relationships/image" Target="../media/image32.png"/></Relationships>
</file>

<file path=ppt/slides/_rels/slide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svg"/><Relationship Id="rId7"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30.xml"/><Relationship Id="rId6" Type="http://schemas.openxmlformats.org/officeDocument/2006/relationships/image" Target="../media/image37.png"/><Relationship Id="rId5" Type="http://schemas.openxmlformats.org/officeDocument/2006/relationships/image" Target="../media/image36.svg"/><Relationship Id="rId4" Type="http://schemas.openxmlformats.org/officeDocument/2006/relationships/image" Target="../media/image35.svg"/><Relationship Id="rId9" Type="http://schemas.openxmlformats.org/officeDocument/2006/relationships/hyperlink" Target="https://myteam.td.com/:x:/r/teams/BizJam2026/Shared%20Documents/General/Resource%20Package/Data/Biz%20Jam%20-%20TD%20Prop%20and%20Cash%20Back%20Credit%20Card%20Data.xlsx?d=w9a3d941640114852bf071a2f4a68ad33&amp;csf=1&amp;web=1&amp;e=hsiKhA"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9EDF519-66BD-02F3-042B-9B29199BC064}"/>
              </a:ext>
            </a:extLst>
          </p:cNvPr>
          <p:cNvSpPr>
            <a:spLocks noGrp="1"/>
          </p:cNvSpPr>
          <p:nvPr>
            <p:ph type="ctrTitle"/>
          </p:nvPr>
        </p:nvSpPr>
        <p:spPr/>
        <p:txBody>
          <a:bodyPr>
            <a:normAutofit/>
          </a:bodyPr>
          <a:lstStyle/>
          <a:p>
            <a:r>
              <a:rPr lang="en-US" sz="2700" dirty="0">
                <a:solidFill>
                  <a:srgbClr val="003F2D"/>
                </a:solidFill>
                <a:latin typeface="TD Graphik Bold"/>
                <a:ea typeface="Urbanist"/>
                <a:cs typeface="Urbanist"/>
                <a:sym typeface="Poppins"/>
              </a:rPr>
              <a:t>TD Premium Migration and Personalized Loyalty Engine </a:t>
            </a:r>
            <a:endParaRPr lang="en-US" sz="2700" dirty="0">
              <a:solidFill>
                <a:srgbClr val="003F2D"/>
              </a:solidFill>
              <a:latin typeface="TD Graphik Bold"/>
              <a:ea typeface="Urbanist"/>
              <a:cs typeface="Urbanist"/>
            </a:endParaRPr>
          </a:p>
        </p:txBody>
      </p:sp>
      <p:sp>
        <p:nvSpPr>
          <p:cNvPr id="4" name="Subtitle">
            <a:extLst>
              <a:ext uri="{FF2B5EF4-FFF2-40B4-BE49-F238E27FC236}">
                <a16:creationId xmlns:a16="http://schemas.microsoft.com/office/drawing/2014/main" id="{283D3577-71F9-511C-D138-476352FFDF9E}"/>
              </a:ext>
            </a:extLst>
          </p:cNvPr>
          <p:cNvSpPr>
            <a:spLocks noGrp="1"/>
          </p:cNvSpPr>
          <p:nvPr>
            <p:ph type="subTitle" idx="1"/>
          </p:nvPr>
        </p:nvSpPr>
        <p:spPr>
          <a:xfrm>
            <a:off x="621476" y="2552138"/>
            <a:ext cx="5763096" cy="839633"/>
          </a:xfrm>
        </p:spPr>
        <p:txBody>
          <a:bodyPr/>
          <a:lstStyle/>
          <a:p>
            <a:r>
              <a:rPr lang="en-CA" dirty="0"/>
              <a:t>Human &amp; Simple</a:t>
            </a:r>
          </a:p>
        </p:txBody>
      </p:sp>
      <p:sp>
        <p:nvSpPr>
          <p:cNvPr id="12" name="Members">
            <a:extLst>
              <a:ext uri="{FF2B5EF4-FFF2-40B4-BE49-F238E27FC236}">
                <a16:creationId xmlns:a16="http://schemas.microsoft.com/office/drawing/2014/main" id="{7E36630B-0BB7-31DB-089F-2090A2C7F1C1}"/>
              </a:ext>
            </a:extLst>
          </p:cNvPr>
          <p:cNvSpPr>
            <a:spLocks noGrp="1"/>
          </p:cNvSpPr>
          <p:nvPr>
            <p:ph type="body" sz="quarter" idx="10"/>
          </p:nvPr>
        </p:nvSpPr>
        <p:spPr/>
        <p:txBody>
          <a:bodyPr>
            <a:normAutofit fontScale="92500" lnSpcReduction="10000"/>
          </a:bodyPr>
          <a:lstStyle/>
          <a:p>
            <a:r>
              <a:rPr lang="en-US" dirty="0"/>
              <a:t>Team Members</a:t>
            </a:r>
          </a:p>
        </p:txBody>
      </p:sp>
      <p:sp>
        <p:nvSpPr>
          <p:cNvPr id="11" name="Team Name">
            <a:extLst>
              <a:ext uri="{FF2B5EF4-FFF2-40B4-BE49-F238E27FC236}">
                <a16:creationId xmlns:a16="http://schemas.microsoft.com/office/drawing/2014/main" id="{5C4624C4-0ED8-9EB6-0439-6D42CA9CB57D}"/>
              </a:ext>
            </a:extLst>
          </p:cNvPr>
          <p:cNvSpPr>
            <a:spLocks noGrp="1"/>
          </p:cNvSpPr>
          <p:nvPr>
            <p:ph type="body" sz="quarter" idx="11"/>
          </p:nvPr>
        </p:nvSpPr>
        <p:spPr>
          <a:xfrm>
            <a:off x="630903" y="4680304"/>
            <a:ext cx="4095476" cy="307331"/>
          </a:xfrm>
        </p:spPr>
        <p:txBody>
          <a:bodyPr>
            <a:normAutofit fontScale="55000" lnSpcReduction="20000"/>
          </a:bodyPr>
          <a:lstStyle/>
          <a:p>
            <a:r>
              <a:rPr lang="en-US" sz="1500" dirty="0"/>
              <a:t>Kevin Hau, Ning Zhao, Hai Nguyen, Linda</a:t>
            </a:r>
          </a:p>
          <a:p>
            <a:r>
              <a:rPr lang="en-US" sz="1500" dirty="0"/>
              <a:t> Savoia,  Bhoomi Patel, Anthony D'Costa</a:t>
            </a:r>
          </a:p>
        </p:txBody>
      </p:sp>
      <p:sp>
        <p:nvSpPr>
          <p:cNvPr id="10" name="Date">
            <a:extLst>
              <a:ext uri="{FF2B5EF4-FFF2-40B4-BE49-F238E27FC236}">
                <a16:creationId xmlns:a16="http://schemas.microsoft.com/office/drawing/2014/main" id="{E8A003B3-E261-AEEC-E867-28A8C143F850}"/>
              </a:ext>
            </a:extLst>
          </p:cNvPr>
          <p:cNvSpPr>
            <a:spLocks noGrp="1"/>
          </p:cNvSpPr>
          <p:nvPr>
            <p:ph type="body" sz="quarter" idx="12"/>
          </p:nvPr>
        </p:nvSpPr>
        <p:spPr/>
        <p:txBody>
          <a:bodyPr>
            <a:normAutofit fontScale="92500" lnSpcReduction="10000"/>
          </a:bodyPr>
          <a:lstStyle/>
          <a:p>
            <a:r>
              <a:rPr lang="en-US" dirty="0"/>
              <a:t>Team Name</a:t>
            </a:r>
          </a:p>
        </p:txBody>
      </p:sp>
      <p:sp>
        <p:nvSpPr>
          <p:cNvPr id="9" name="Project Name">
            <a:extLst>
              <a:ext uri="{FF2B5EF4-FFF2-40B4-BE49-F238E27FC236}">
                <a16:creationId xmlns:a16="http://schemas.microsoft.com/office/drawing/2014/main" id="{C77F5AA3-289D-9296-3BF2-E17326863D4E}"/>
              </a:ext>
            </a:extLst>
          </p:cNvPr>
          <p:cNvSpPr>
            <a:spLocks noGrp="1"/>
          </p:cNvSpPr>
          <p:nvPr>
            <p:ph type="body" sz="quarter" idx="13"/>
          </p:nvPr>
        </p:nvSpPr>
        <p:spPr/>
        <p:txBody>
          <a:bodyPr>
            <a:normAutofit fontScale="92500" lnSpcReduction="10000"/>
          </a:bodyPr>
          <a:lstStyle/>
          <a:p>
            <a:r>
              <a:rPr lang="en-US" dirty="0"/>
              <a:t>Human &amp; Simple</a:t>
            </a:r>
          </a:p>
        </p:txBody>
      </p:sp>
      <p:sp>
        <p:nvSpPr>
          <p:cNvPr id="13" name="Footer">
            <a:extLst>
              <a:ext uri="{FF2B5EF4-FFF2-40B4-BE49-F238E27FC236}">
                <a16:creationId xmlns:a16="http://schemas.microsoft.com/office/drawing/2014/main" id="{5B9B09F7-0133-FE1E-BBCC-92B30D49F4EF}"/>
              </a:ext>
            </a:extLst>
          </p:cNvPr>
          <p:cNvSpPr>
            <a:spLocks noGrp="1"/>
          </p:cNvSpPr>
          <p:nvPr>
            <p:ph type="ftr" sz="quarter" idx="3"/>
          </p:nvPr>
        </p:nvSpPr>
        <p:spPr/>
        <p:txBody>
          <a:bodyPr/>
          <a:lstStyle/>
          <a:p>
            <a:r>
              <a:rPr lang="en-US" dirty="0"/>
              <a:t>Human &amp; Simple	</a:t>
            </a:r>
          </a:p>
        </p:txBody>
      </p:sp>
    </p:spTree>
    <p:extLst>
      <p:ext uri="{BB962C8B-B14F-4D97-AF65-F5344CB8AC3E}">
        <p14:creationId xmlns:p14="http://schemas.microsoft.com/office/powerpoint/2010/main" val="2174582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AA140-0A83-37CF-C03E-AF971EDC045E}"/>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DDB7634C-B469-B5AB-4398-BA220329E540}"/>
              </a:ext>
            </a:extLst>
          </p:cNvPr>
          <p:cNvSpPr>
            <a:spLocks noGrp="1"/>
          </p:cNvSpPr>
          <p:nvPr>
            <p:ph type="ctrTitle"/>
          </p:nvPr>
        </p:nvSpPr>
        <p:spPr>
          <a:xfrm>
            <a:off x="1571405" y="1718540"/>
            <a:ext cx="5638788" cy="959848"/>
          </a:xfrm>
        </p:spPr>
        <p:txBody>
          <a:bodyPr>
            <a:noAutofit/>
          </a:bodyPr>
          <a:lstStyle/>
          <a:p>
            <a:r>
              <a:rPr lang="en-US" sz="2400" b="0" dirty="0">
                <a:latin typeface="TD Graphik Medium"/>
              </a:rPr>
              <a:t>First, the value is delayed—customers wait months to feel rewarded.</a:t>
            </a:r>
            <a:br>
              <a:rPr lang="en-US" sz="2400" b="0" dirty="0">
                <a:latin typeface="TD Graphik Medium"/>
              </a:rPr>
            </a:br>
            <a:r>
              <a:rPr lang="en-US" sz="2400" b="0" dirty="0">
                <a:latin typeface="TD Graphik Medium"/>
              </a:rPr>
              <a:t>Second, redemption is complex and lacks immediate, visible value at the checkout counter.</a:t>
            </a:r>
            <a:br>
              <a:rPr lang="en-US" sz="2400" b="0" dirty="0">
                <a:latin typeface="TD Graphik Medium"/>
              </a:rPr>
            </a:br>
            <a:r>
              <a:rPr lang="en-US" sz="2400" b="0" dirty="0">
                <a:latin typeface="TD Graphik Medium"/>
              </a:rPr>
              <a:t>And finally, redemption is heavily skewed toward our premium cardholders, leaving our base segment largely inactivated.</a:t>
            </a:r>
            <a:endParaRPr lang="en-US" sz="2400" b="0" dirty="0"/>
          </a:p>
        </p:txBody>
      </p:sp>
      <p:sp>
        <p:nvSpPr>
          <p:cNvPr id="5" name="Section title">
            <a:extLst>
              <a:ext uri="{FF2B5EF4-FFF2-40B4-BE49-F238E27FC236}">
                <a16:creationId xmlns:a16="http://schemas.microsoft.com/office/drawing/2014/main" id="{D832E5B0-725D-6B71-5227-C37D9B116C1C}"/>
              </a:ext>
            </a:extLst>
          </p:cNvPr>
          <p:cNvSpPr>
            <a:spLocks noGrp="1"/>
          </p:cNvSpPr>
          <p:nvPr>
            <p:ph type="body" sz="quarter" idx="11"/>
          </p:nvPr>
        </p:nvSpPr>
        <p:spPr>
          <a:xfrm>
            <a:off x="1571405" y="1002156"/>
            <a:ext cx="3902585" cy="716384"/>
          </a:xfrm>
        </p:spPr>
        <p:txBody>
          <a:bodyPr vert="horz" lIns="0" tIns="0" rIns="0" bIns="0" rtlCol="0" anchor="t">
            <a:noAutofit/>
          </a:bodyPr>
          <a:lstStyle/>
          <a:p>
            <a:pPr algn="l"/>
            <a:r>
              <a:rPr lang="en-CA" sz="2400" b="1" dirty="0">
                <a:solidFill>
                  <a:schemeClr val="bg1"/>
                </a:solidFill>
                <a:latin typeface="TD Graphik Medium"/>
                <a:ea typeface="+mj-ea"/>
                <a:cs typeface="+mj-cs"/>
              </a:rPr>
              <a:t>'Loyalty Value Gap.' </a:t>
            </a:r>
            <a:endParaRPr lang="en-US" sz="2400" b="1" dirty="0">
              <a:solidFill>
                <a:schemeClr val="bg1"/>
              </a:solidFill>
              <a:latin typeface="TD Graphik Medium"/>
              <a:ea typeface="+mj-ea"/>
              <a:cs typeface="+mj-cs"/>
            </a:endParaRPr>
          </a:p>
        </p:txBody>
      </p:sp>
      <p:sp>
        <p:nvSpPr>
          <p:cNvPr id="3" name="Footer">
            <a:extLst>
              <a:ext uri="{FF2B5EF4-FFF2-40B4-BE49-F238E27FC236}">
                <a16:creationId xmlns:a16="http://schemas.microsoft.com/office/drawing/2014/main" id="{C7E2132B-53B9-4966-C9A6-2ACECE55AF19}"/>
              </a:ext>
            </a:extLst>
          </p:cNvPr>
          <p:cNvSpPr>
            <a:spLocks noGrp="1"/>
          </p:cNvSpPr>
          <p:nvPr>
            <p:ph type="ftr" sz="quarter" idx="3"/>
          </p:nvPr>
        </p:nvSpPr>
        <p:spPr>
          <a:xfrm>
            <a:off x="570259" y="6586960"/>
            <a:ext cx="2483235" cy="184666"/>
          </a:xfrm>
        </p:spPr>
        <p:txBody>
          <a:bodyPr/>
          <a:lstStyle/>
          <a:p>
            <a:r>
              <a:rPr lang="en-US" dirty="0"/>
              <a:t>Human &amp; Simple	</a:t>
            </a:r>
          </a:p>
        </p:txBody>
      </p:sp>
      <p:pic>
        <p:nvPicPr>
          <p:cNvPr id="4" name="TD Shield" descr="TD shield logo in white and green.">
            <a:extLst>
              <a:ext uri="{FF2B5EF4-FFF2-40B4-BE49-F238E27FC236}">
                <a16:creationId xmlns:a16="http://schemas.microsoft.com/office/drawing/2014/main" id="{C3712B16-E851-8DEB-B159-CAF827F3395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70063" y="202169"/>
            <a:ext cx="805572" cy="721756"/>
          </a:xfrm>
          <a:prstGeom prst="rect">
            <a:avLst/>
          </a:prstGeom>
        </p:spPr>
      </p:pic>
    </p:spTree>
    <p:extLst>
      <p:ext uri="{BB962C8B-B14F-4D97-AF65-F5344CB8AC3E}">
        <p14:creationId xmlns:p14="http://schemas.microsoft.com/office/powerpoint/2010/main" val="974346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58BD6-33AC-2C18-5B92-8E5A13017BF2}"/>
            </a:ext>
          </a:extLst>
        </p:cNvPr>
        <p:cNvGrpSpPr/>
        <p:nvPr/>
      </p:nvGrpSpPr>
      <p:grpSpPr>
        <a:xfrm>
          <a:off x="0" y="0"/>
          <a:ext cx="0" cy="0"/>
          <a:chOff x="0" y="0"/>
          <a:chExt cx="0" cy="0"/>
        </a:xfrm>
      </p:grpSpPr>
      <p:sp>
        <p:nvSpPr>
          <p:cNvPr id="7" name="Grey rectangle">
            <a:extLst>
              <a:ext uri="{FF2B5EF4-FFF2-40B4-BE49-F238E27FC236}">
                <a16:creationId xmlns:a16="http://schemas.microsoft.com/office/drawing/2014/main" id="{FECDC5E3-1690-6092-EB06-89094CE1F319}"/>
              </a:ext>
              <a:ext uri="{C183D7F6-B498-43B3-948B-1728B52AA6E4}">
                <adec:decorative xmlns:adec="http://schemas.microsoft.com/office/drawing/2017/decorative" val="1"/>
              </a:ext>
            </a:extLst>
          </p:cNvPr>
          <p:cNvSpPr/>
          <p:nvPr/>
        </p:nvSpPr>
        <p:spPr>
          <a:xfrm>
            <a:off x="544390" y="1020491"/>
            <a:ext cx="10799550" cy="546231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lide title">
            <a:extLst>
              <a:ext uri="{FF2B5EF4-FFF2-40B4-BE49-F238E27FC236}">
                <a16:creationId xmlns:a16="http://schemas.microsoft.com/office/drawing/2014/main" id="{2A2E7CD0-39C6-0506-5184-1A1B6BD24B96}"/>
              </a:ext>
            </a:extLst>
          </p:cNvPr>
          <p:cNvSpPr>
            <a:spLocks noGrp="1"/>
          </p:cNvSpPr>
          <p:nvPr>
            <p:ph type="ctrTitle"/>
          </p:nvPr>
        </p:nvSpPr>
        <p:spPr>
          <a:xfrm>
            <a:off x="544390" y="375195"/>
            <a:ext cx="10799549" cy="358041"/>
          </a:xfrm>
        </p:spPr>
        <p:txBody>
          <a:bodyPr/>
          <a:lstStyle/>
          <a:p>
            <a:r>
              <a:rPr lang="en-US" sz="1800" dirty="0">
                <a:solidFill>
                  <a:srgbClr val="003F2D"/>
                </a:solidFill>
                <a:latin typeface="TD Graphik Bold"/>
                <a:ea typeface="Urbanist"/>
                <a:cs typeface="Urbanist"/>
              </a:rPr>
              <a:t>An everyday TD customer is trying to earn meaningful rewards on their daily purchases but struggles because traditional loyalty points take too long to accumulate and the redemption process lacks immediate, visible value.</a:t>
            </a:r>
          </a:p>
        </p:txBody>
      </p:sp>
      <p:pic>
        <p:nvPicPr>
          <p:cNvPr id="3" name="Picture 2">
            <a:extLst>
              <a:ext uri="{FF2B5EF4-FFF2-40B4-BE49-F238E27FC236}">
                <a16:creationId xmlns:a16="http://schemas.microsoft.com/office/drawing/2014/main" id="{35608983-B2D8-45D2-6091-CF034E04C834}"/>
              </a:ext>
            </a:extLst>
          </p:cNvPr>
          <p:cNvPicPr>
            <a:picLocks noChangeAspect="1"/>
          </p:cNvPicPr>
          <p:nvPr/>
        </p:nvPicPr>
        <p:blipFill>
          <a:blip r:embed="rId3"/>
          <a:stretch>
            <a:fillRect/>
          </a:stretch>
        </p:blipFill>
        <p:spPr>
          <a:xfrm>
            <a:off x="445770" y="1020491"/>
            <a:ext cx="10898170" cy="5462314"/>
          </a:xfrm>
          <a:prstGeom prst="rect">
            <a:avLst/>
          </a:prstGeom>
        </p:spPr>
      </p:pic>
      <p:sp>
        <p:nvSpPr>
          <p:cNvPr id="4" name="Footer">
            <a:extLst>
              <a:ext uri="{FF2B5EF4-FFF2-40B4-BE49-F238E27FC236}">
                <a16:creationId xmlns:a16="http://schemas.microsoft.com/office/drawing/2014/main" id="{42D8A473-B5CE-A013-4155-F6C6D66B0F28}"/>
              </a:ext>
            </a:extLst>
          </p:cNvPr>
          <p:cNvSpPr txBox="1">
            <a:spLocks/>
          </p:cNvSpPr>
          <p:nvPr/>
        </p:nvSpPr>
        <p:spPr>
          <a:xfrm>
            <a:off x="445770" y="6528201"/>
            <a:ext cx="2483235" cy="18466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rgbClr val="003F2D"/>
                </a:solidFill>
                <a:latin typeface="Urbanist"/>
                <a:ea typeface="Urbanist"/>
                <a:cs typeface="Urbanist"/>
              </a:rPr>
              <a:t>Human &amp; Simple</a:t>
            </a:r>
            <a:r>
              <a:rPr lang="en-US" dirty="0"/>
              <a:t>	</a:t>
            </a:r>
          </a:p>
        </p:txBody>
      </p:sp>
    </p:spTree>
    <p:extLst>
      <p:ext uri="{BB962C8B-B14F-4D97-AF65-F5344CB8AC3E}">
        <p14:creationId xmlns:p14="http://schemas.microsoft.com/office/powerpoint/2010/main" val="62640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73802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5" name="Google Shape;85;p13" descr="image.png"/>
          <p:cNvPicPr preferRelativeResize="0"/>
          <p:nvPr/>
        </p:nvPicPr>
        <p:blipFill rotWithShape="1">
          <a:blip r:embed="rId4">
            <a:alphaModFix/>
          </a:blip>
          <a:srcRect/>
          <a:stretch/>
        </p:blipFill>
        <p:spPr>
          <a:xfrm>
            <a:off x="571500" y="1171575"/>
            <a:ext cx="5405437" cy="2493466"/>
          </a:xfrm>
          <a:prstGeom prst="rect">
            <a:avLst/>
          </a:prstGeom>
          <a:noFill/>
          <a:ln>
            <a:noFill/>
          </a:ln>
        </p:spPr>
      </p:pic>
      <p:pic>
        <p:nvPicPr>
          <p:cNvPr id="86" name="Google Shape;86;p13" descr="image.png"/>
          <p:cNvPicPr preferRelativeResize="0"/>
          <p:nvPr/>
        </p:nvPicPr>
        <p:blipFill rotWithShape="1">
          <a:blip r:embed="rId5">
            <a:alphaModFix/>
          </a:blip>
          <a:srcRect/>
          <a:stretch/>
        </p:blipFill>
        <p:spPr>
          <a:xfrm>
            <a:off x="6215062" y="1171575"/>
            <a:ext cx="5405437" cy="2493466"/>
          </a:xfrm>
          <a:prstGeom prst="rect">
            <a:avLst/>
          </a:prstGeom>
          <a:noFill/>
          <a:ln>
            <a:noFill/>
          </a:ln>
        </p:spPr>
      </p:pic>
      <p:pic>
        <p:nvPicPr>
          <p:cNvPr id="87" name="Google Shape;87;p13" descr="image.png"/>
          <p:cNvPicPr preferRelativeResize="0"/>
          <p:nvPr/>
        </p:nvPicPr>
        <p:blipFill rotWithShape="1">
          <a:blip r:embed="rId6">
            <a:alphaModFix/>
          </a:blip>
          <a:srcRect/>
          <a:stretch/>
        </p:blipFill>
        <p:spPr>
          <a:xfrm>
            <a:off x="571500" y="3903166"/>
            <a:ext cx="5405437" cy="2664916"/>
          </a:xfrm>
          <a:prstGeom prst="rect">
            <a:avLst/>
          </a:prstGeom>
          <a:noFill/>
          <a:ln>
            <a:noFill/>
          </a:ln>
        </p:spPr>
      </p:pic>
      <p:pic>
        <p:nvPicPr>
          <p:cNvPr id="88" name="Google Shape;88;p13" descr="image.png"/>
          <p:cNvPicPr preferRelativeResize="0"/>
          <p:nvPr/>
        </p:nvPicPr>
        <p:blipFill rotWithShape="1">
          <a:blip r:embed="rId7">
            <a:alphaModFix/>
          </a:blip>
          <a:srcRect/>
          <a:stretch/>
        </p:blipFill>
        <p:spPr>
          <a:xfrm>
            <a:off x="6215062" y="3903166"/>
            <a:ext cx="5405437" cy="2664916"/>
          </a:xfrm>
          <a:prstGeom prst="rect">
            <a:avLst/>
          </a:prstGeom>
          <a:noFill/>
          <a:ln>
            <a:noFill/>
          </a:ln>
        </p:spPr>
      </p:pic>
      <p:sp>
        <p:nvSpPr>
          <p:cNvPr id="91" name="Google Shape;91;p13"/>
          <p:cNvSpPr txBox="1"/>
          <p:nvPr/>
        </p:nvSpPr>
        <p:spPr>
          <a:xfrm>
            <a:off x="819150" y="1933575"/>
            <a:ext cx="4910137" cy="517065"/>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dirty="0">
                <a:solidFill>
                  <a:srgbClr val="334155"/>
                </a:solidFill>
                <a:latin typeface="TD Graphik Regular"/>
                <a:ea typeface="Lato"/>
                <a:cs typeface="Lato"/>
                <a:sym typeface="Lato"/>
              </a:rPr>
              <a:t>Target low-engagement customers with data-driven prompts designed to reactivate dormant accounts and increase monthly frequency.</a:t>
            </a:r>
            <a:endParaRPr sz="1200" dirty="0">
              <a:solidFill>
                <a:srgbClr val="334155"/>
              </a:solidFill>
              <a:latin typeface="TD Graphik Regular"/>
              <a:ea typeface="Lato"/>
              <a:cs typeface="Lato"/>
            </a:endParaRPr>
          </a:p>
        </p:txBody>
      </p:sp>
      <p:sp>
        <p:nvSpPr>
          <p:cNvPr id="92" name="Google Shape;92;p13"/>
          <p:cNvSpPr/>
          <p:nvPr/>
        </p:nvSpPr>
        <p:spPr>
          <a:xfrm>
            <a:off x="819150" y="2474416"/>
            <a:ext cx="4910137" cy="942975"/>
          </a:xfrm>
          <a:prstGeom prst="rect">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3" name="Google Shape;93;p13"/>
          <p:cNvSpPr txBox="1"/>
          <p:nvPr/>
        </p:nvSpPr>
        <p:spPr>
          <a:xfrm>
            <a:off x="962025" y="2588716"/>
            <a:ext cx="4624387" cy="52168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dirty="0">
                <a:solidFill>
                  <a:srgbClr val="005500"/>
                </a:solidFill>
                <a:latin typeface="TD Graphik Semibold" panose="020B0503030202060203"/>
                <a:ea typeface="Lato"/>
                <a:cs typeface="Lato"/>
                <a:sym typeface="Lato"/>
              </a:rPr>
              <a:t>Execution Example </a:t>
            </a:r>
            <a:r>
              <a:rPr lang="en-US" sz="1130" dirty="0">
                <a:solidFill>
                  <a:srgbClr val="334155"/>
                </a:solidFill>
                <a:latin typeface="TD Graphik Regular"/>
                <a:ea typeface="Lato"/>
                <a:cs typeface="Lato"/>
                <a:sym typeface="Lato"/>
              </a:rPr>
              <a:t>Pushing an automated notification through the digital Loyalty Hub UI: "You haven't used your TD First Class Travel card this month. Earn 2x points on your next grocery run if you use it this weekend!"</a:t>
            </a:r>
            <a:endParaRPr sz="1130" dirty="0">
              <a:solidFill>
                <a:srgbClr val="334155"/>
              </a:solidFill>
              <a:latin typeface="TD Graphik Regular"/>
              <a:ea typeface="Lato"/>
              <a:cs typeface="Lato"/>
            </a:endParaRPr>
          </a:p>
        </p:txBody>
      </p:sp>
      <p:sp>
        <p:nvSpPr>
          <p:cNvPr id="94" name="Google Shape;94;p13"/>
          <p:cNvSpPr/>
          <p:nvPr/>
        </p:nvSpPr>
        <p:spPr>
          <a:xfrm>
            <a:off x="819150" y="2474416"/>
            <a:ext cx="38100" cy="942975"/>
          </a:xfrm>
          <a:prstGeom prst="rect">
            <a:avLst/>
          </a:prstGeom>
          <a:solidFill>
            <a:srgbClr val="008A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5" name="Google Shape;95;p13"/>
          <p:cNvSpPr txBox="1"/>
          <p:nvPr/>
        </p:nvSpPr>
        <p:spPr>
          <a:xfrm>
            <a:off x="6462712" y="1933575"/>
            <a:ext cx="4910137" cy="517065"/>
          </a:xfrm>
          <a:prstGeom prst="rect">
            <a:avLst/>
          </a:prstGeom>
          <a:noFill/>
          <a:ln>
            <a:noFill/>
          </a:ln>
        </p:spPr>
        <p:txBody>
          <a:bodyPr spcFirstLastPara="1" wrap="square" lIns="0" tIns="0" rIns="0" bIns="0" anchor="t" anchorCtr="0">
            <a:spAutoFit/>
          </a:bodyPr>
          <a:lstStyle/>
          <a:p>
            <a:pPr>
              <a:lnSpc>
                <a:spcPct val="139916"/>
              </a:lnSpc>
            </a:pPr>
            <a:r>
              <a:rPr lang="en-US" sz="1200" dirty="0">
                <a:solidFill>
                  <a:srgbClr val="334155"/>
                </a:solidFill>
                <a:latin typeface="TD Graphik Regular"/>
                <a:ea typeface="Lato"/>
                <a:cs typeface="Lato"/>
                <a:sym typeface="Lato"/>
              </a:rPr>
              <a:t>Shift customer behavior from "Redemption-Only" profiles to high-value "Spend + Redeem" cycles, maximizing long-term profitability.</a:t>
            </a:r>
            <a:endParaRPr sz="1200" dirty="0">
              <a:solidFill>
                <a:srgbClr val="334155"/>
              </a:solidFill>
              <a:latin typeface="TD Graphik Regular"/>
              <a:ea typeface="Lato"/>
              <a:cs typeface="Lato"/>
            </a:endParaRPr>
          </a:p>
        </p:txBody>
      </p:sp>
      <p:sp>
        <p:nvSpPr>
          <p:cNvPr id="96" name="Google Shape;96;p13"/>
          <p:cNvSpPr/>
          <p:nvPr/>
        </p:nvSpPr>
        <p:spPr>
          <a:xfrm>
            <a:off x="6462712" y="2474416"/>
            <a:ext cx="4910137" cy="942975"/>
          </a:xfrm>
          <a:prstGeom prst="rect">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 name="Google Shape;97;p13"/>
          <p:cNvSpPr txBox="1"/>
          <p:nvPr/>
        </p:nvSpPr>
        <p:spPr>
          <a:xfrm>
            <a:off x="6605587" y="2588716"/>
            <a:ext cx="4624387" cy="51937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dirty="0">
                <a:solidFill>
                  <a:srgbClr val="005500"/>
                </a:solidFill>
                <a:latin typeface="TD Graphik Semibold" panose="020B0503030202060203"/>
                <a:ea typeface="Lato"/>
                <a:cs typeface="Lato"/>
                <a:sym typeface="Lato"/>
              </a:rPr>
              <a:t>Execution Example </a:t>
            </a:r>
            <a:r>
              <a:rPr lang="en-US" sz="1130" dirty="0">
                <a:solidFill>
                  <a:srgbClr val="334155"/>
                </a:solidFill>
                <a:latin typeface="TD Graphik Regular"/>
                <a:ea typeface="Lato"/>
                <a:cs typeface="Lato"/>
                <a:sym typeface="Lato"/>
              </a:rPr>
              <a:t>Gamifying the monthly statement: If a TD Cash Back user hits $1,500 in everyday spend, dynamically unlock a "Weekend Multiplier" that boosts their earn rate for the next 48 hours.</a:t>
            </a:r>
            <a:endParaRPr sz="1130" dirty="0">
              <a:solidFill>
                <a:srgbClr val="334155"/>
              </a:solidFill>
              <a:latin typeface="TD Graphik Regular"/>
              <a:ea typeface="Lato"/>
              <a:cs typeface="Lato"/>
            </a:endParaRPr>
          </a:p>
        </p:txBody>
      </p:sp>
      <p:sp>
        <p:nvSpPr>
          <p:cNvPr id="98" name="Google Shape;98;p13"/>
          <p:cNvSpPr/>
          <p:nvPr/>
        </p:nvSpPr>
        <p:spPr>
          <a:xfrm>
            <a:off x="6462712" y="2474416"/>
            <a:ext cx="38100" cy="942975"/>
          </a:xfrm>
          <a:prstGeom prst="rect">
            <a:avLst/>
          </a:prstGeom>
          <a:solidFill>
            <a:srgbClr val="008A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9" name="Google Shape;99;p13"/>
          <p:cNvSpPr txBox="1"/>
          <p:nvPr/>
        </p:nvSpPr>
        <p:spPr>
          <a:xfrm>
            <a:off x="819150" y="4665166"/>
            <a:ext cx="4910137" cy="517065"/>
          </a:xfrm>
          <a:prstGeom prst="rect">
            <a:avLst/>
          </a:prstGeom>
          <a:noFill/>
          <a:ln>
            <a:noFill/>
          </a:ln>
        </p:spPr>
        <p:txBody>
          <a:bodyPr spcFirstLastPara="1" wrap="square" lIns="0" tIns="0" rIns="0" bIns="0" anchor="t" anchorCtr="0">
            <a:spAutoFit/>
          </a:bodyPr>
          <a:lstStyle/>
          <a:p>
            <a:pPr marR="0" lvl="0" indent="0">
              <a:lnSpc>
                <a:spcPct val="139916"/>
              </a:lnSpc>
              <a:spcBef>
                <a:spcPts val="0"/>
              </a:spcBef>
              <a:spcAft>
                <a:spcPts val="0"/>
              </a:spcAft>
              <a:buNone/>
            </a:pPr>
            <a:r>
              <a:rPr lang="en-US" sz="1200" dirty="0">
                <a:solidFill>
                  <a:srgbClr val="334155"/>
                </a:solidFill>
                <a:latin typeface="TD Graphik Regular"/>
                <a:ea typeface="Lato"/>
                <a:cs typeface="Lato"/>
                <a:sym typeface="Lato"/>
              </a:rPr>
              <a:t>Implement smart prompts to drive point usage at the Point of Purchase, increasing the immediate perceived value of accumulated rewards.</a:t>
            </a:r>
            <a:endParaRPr sz="1200" dirty="0">
              <a:solidFill>
                <a:srgbClr val="334155"/>
              </a:solidFill>
              <a:latin typeface="TD Graphik Regular"/>
              <a:ea typeface="Lato"/>
              <a:cs typeface="Lato"/>
            </a:endParaRPr>
          </a:p>
        </p:txBody>
      </p:sp>
      <p:sp>
        <p:nvSpPr>
          <p:cNvPr id="100" name="Google Shape;100;p13"/>
          <p:cNvSpPr/>
          <p:nvPr/>
        </p:nvSpPr>
        <p:spPr>
          <a:xfrm>
            <a:off x="819150" y="5377457"/>
            <a:ext cx="4910137" cy="942975"/>
          </a:xfrm>
          <a:prstGeom prst="rect">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1" name="Google Shape;101;p13"/>
          <p:cNvSpPr txBox="1"/>
          <p:nvPr/>
        </p:nvSpPr>
        <p:spPr>
          <a:xfrm>
            <a:off x="962025" y="5491757"/>
            <a:ext cx="4624387" cy="51937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dirty="0">
                <a:solidFill>
                  <a:srgbClr val="005500"/>
                </a:solidFill>
                <a:latin typeface="TD Graphik Semibold" panose="020B0503030202060203"/>
                <a:ea typeface="Lato"/>
                <a:cs typeface="Lato"/>
                <a:sym typeface="Lato"/>
              </a:rPr>
              <a:t>Execution Example </a:t>
            </a:r>
            <a:r>
              <a:rPr lang="en-US" sz="1130" dirty="0">
                <a:solidFill>
                  <a:srgbClr val="334155"/>
                </a:solidFill>
                <a:latin typeface="TD Graphik Regular"/>
                <a:ea typeface="Lato"/>
                <a:cs typeface="Lato"/>
                <a:sym typeface="Lato"/>
              </a:rPr>
              <a:t>Utilizing low-latency cloud infrastructure to trigger an immediate SMS or app alert the second a customer swipes at Starbucks: "Use 500 TD Rewards points to cover this $5.00 purchase right now?"</a:t>
            </a:r>
            <a:endParaRPr sz="1130" dirty="0">
              <a:solidFill>
                <a:srgbClr val="334155"/>
              </a:solidFill>
              <a:latin typeface="TD Graphik Regular"/>
              <a:ea typeface="Lato"/>
              <a:cs typeface="Lato"/>
            </a:endParaRPr>
          </a:p>
        </p:txBody>
      </p:sp>
      <p:sp>
        <p:nvSpPr>
          <p:cNvPr id="102" name="Google Shape;102;p13"/>
          <p:cNvSpPr/>
          <p:nvPr/>
        </p:nvSpPr>
        <p:spPr>
          <a:xfrm>
            <a:off x="819150" y="5377457"/>
            <a:ext cx="38100" cy="942975"/>
          </a:xfrm>
          <a:prstGeom prst="rect">
            <a:avLst/>
          </a:prstGeom>
          <a:solidFill>
            <a:srgbClr val="008A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3" name="Google Shape;103;p13"/>
          <p:cNvSpPr txBox="1"/>
          <p:nvPr/>
        </p:nvSpPr>
        <p:spPr>
          <a:xfrm>
            <a:off x="6462712" y="4665166"/>
            <a:ext cx="4910137" cy="517065"/>
          </a:xfrm>
          <a:prstGeom prst="rect">
            <a:avLst/>
          </a:prstGeom>
          <a:noFill/>
          <a:ln>
            <a:noFill/>
          </a:ln>
        </p:spPr>
        <p:txBody>
          <a:bodyPr spcFirstLastPara="1" wrap="square" lIns="0" tIns="0" rIns="0" bIns="0" anchor="t" anchorCtr="0">
            <a:spAutoFit/>
          </a:bodyPr>
          <a:lstStyle/>
          <a:p>
            <a:pPr>
              <a:lnSpc>
                <a:spcPct val="139916"/>
              </a:lnSpc>
            </a:pPr>
            <a:r>
              <a:rPr lang="en-US" sz="1200" dirty="0">
                <a:solidFill>
                  <a:srgbClr val="334155"/>
                </a:solidFill>
                <a:latin typeface="TD Graphik Regular"/>
                <a:ea typeface="Lato"/>
                <a:cs typeface="Lato"/>
                <a:sym typeface="Lato"/>
              </a:rPr>
              <a:t>Leverage predictive modeling to identify high-probability redemption moments, delivering offers exactly when customers are ready to act.</a:t>
            </a:r>
            <a:endParaRPr sz="1200" dirty="0">
              <a:solidFill>
                <a:srgbClr val="334155"/>
              </a:solidFill>
              <a:latin typeface="TD Graphik Regular"/>
              <a:ea typeface="Lato"/>
              <a:cs typeface="Lato"/>
            </a:endParaRPr>
          </a:p>
        </p:txBody>
      </p:sp>
      <p:sp>
        <p:nvSpPr>
          <p:cNvPr id="104" name="Google Shape;104;p13"/>
          <p:cNvSpPr/>
          <p:nvPr/>
        </p:nvSpPr>
        <p:spPr>
          <a:xfrm>
            <a:off x="6462712" y="5206007"/>
            <a:ext cx="4910137" cy="1114425"/>
          </a:xfrm>
          <a:prstGeom prst="rect">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5" name="Google Shape;105;p13"/>
          <p:cNvSpPr txBox="1"/>
          <p:nvPr/>
        </p:nvSpPr>
        <p:spPr>
          <a:xfrm>
            <a:off x="6605587" y="5320307"/>
            <a:ext cx="4624387" cy="69249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dirty="0">
                <a:solidFill>
                  <a:srgbClr val="005500"/>
                </a:solidFill>
                <a:latin typeface="TD Graphik Semibold" panose="020B0503030202060203"/>
                <a:ea typeface="Lato"/>
                <a:cs typeface="Lato"/>
                <a:sym typeface="Lato"/>
              </a:rPr>
              <a:t>Execution Example </a:t>
            </a:r>
            <a:r>
              <a:rPr lang="en-US" sz="1130" dirty="0">
                <a:solidFill>
                  <a:srgbClr val="334155"/>
                </a:solidFill>
                <a:latin typeface="TD Graphik Regular"/>
                <a:ea typeface="Lato"/>
                <a:cs typeface="Lato"/>
                <a:sym typeface="Lato"/>
              </a:rPr>
              <a:t>Repurposing real-time transaction pipelines—similar to those feeding TensorFlow fraud detection models—to instantly recognize an airline ticket purchase and automatically trigger a targeted offer for Expedia For TD hotel bookings.</a:t>
            </a:r>
            <a:endParaRPr sz="1130" dirty="0">
              <a:solidFill>
                <a:srgbClr val="334155"/>
              </a:solidFill>
              <a:latin typeface="TD Graphik Regular"/>
              <a:ea typeface="Lato"/>
              <a:cs typeface="Lato"/>
            </a:endParaRPr>
          </a:p>
        </p:txBody>
      </p:sp>
      <p:sp>
        <p:nvSpPr>
          <p:cNvPr id="106" name="Google Shape;106;p13"/>
          <p:cNvSpPr/>
          <p:nvPr/>
        </p:nvSpPr>
        <p:spPr>
          <a:xfrm>
            <a:off x="6462712" y="5206007"/>
            <a:ext cx="38100" cy="1114425"/>
          </a:xfrm>
          <a:prstGeom prst="rect">
            <a:avLst/>
          </a:prstGeom>
          <a:solidFill>
            <a:srgbClr val="008A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8" name="Google Shape;108;p13"/>
          <p:cNvSpPr txBox="1"/>
          <p:nvPr/>
        </p:nvSpPr>
        <p:spPr>
          <a:xfrm>
            <a:off x="1228725" y="1466850"/>
            <a:ext cx="224028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35B234"/>
                </a:solidFill>
                <a:latin typeface="TD Graphik Semibold"/>
                <a:ea typeface="Urbanist"/>
                <a:cs typeface="Urbanist"/>
                <a:sym typeface="Urbanist"/>
              </a:rPr>
              <a:t>Personalized Nudges</a:t>
            </a:r>
            <a:endParaRPr dirty="0">
              <a:latin typeface="TD Graphik Semibold"/>
            </a:endParaRPr>
          </a:p>
        </p:txBody>
      </p:sp>
      <p:sp>
        <p:nvSpPr>
          <p:cNvPr id="109" name="Google Shape;109;p13"/>
          <p:cNvSpPr txBox="1"/>
          <p:nvPr/>
        </p:nvSpPr>
        <p:spPr>
          <a:xfrm>
            <a:off x="6948487" y="1466850"/>
            <a:ext cx="2520315" cy="276999"/>
          </a:xfrm>
          <a:prstGeom prst="rect">
            <a:avLst/>
          </a:prstGeom>
          <a:noFill/>
          <a:ln>
            <a:noFill/>
          </a:ln>
        </p:spPr>
        <p:txBody>
          <a:bodyPr spcFirstLastPara="1" wrap="square" lIns="0" tIns="0" rIns="0" bIns="0" anchor="t" anchorCtr="0">
            <a:spAutoFit/>
          </a:bodyPr>
          <a:lstStyle/>
          <a:p>
            <a:r>
              <a:rPr lang="en-US" b="1" dirty="0">
                <a:solidFill>
                  <a:srgbClr val="35B234"/>
                </a:solidFill>
                <a:latin typeface="TD Graphik Semibold"/>
                <a:ea typeface="Urbanist"/>
                <a:cs typeface="Urbanist"/>
                <a:sym typeface="Urbanist"/>
              </a:rPr>
              <a:t>Spend-Linked Rewards</a:t>
            </a:r>
            <a:endParaRPr b="1" dirty="0">
              <a:solidFill>
                <a:srgbClr val="35B234"/>
              </a:solidFill>
              <a:latin typeface="TD Graphik Semibold"/>
              <a:ea typeface="Urbanist"/>
              <a:cs typeface="Urbanist"/>
            </a:endParaRPr>
          </a:p>
        </p:txBody>
      </p:sp>
      <p:sp>
        <p:nvSpPr>
          <p:cNvPr id="110" name="Google Shape;110;p13"/>
          <p:cNvSpPr txBox="1"/>
          <p:nvPr/>
        </p:nvSpPr>
        <p:spPr>
          <a:xfrm>
            <a:off x="1228725" y="4198441"/>
            <a:ext cx="2500312" cy="276225"/>
          </a:xfrm>
          <a:prstGeom prst="rect">
            <a:avLst/>
          </a:prstGeom>
          <a:noFill/>
          <a:ln>
            <a:noFill/>
          </a:ln>
        </p:spPr>
        <p:txBody>
          <a:bodyPr spcFirstLastPara="1" wrap="square" lIns="0" tIns="0" rIns="0" bIns="0" anchor="t" anchorCtr="0">
            <a:spAutoFit/>
          </a:bodyPr>
          <a:lstStyle/>
          <a:p>
            <a:pPr marR="0" lvl="0" indent="0">
              <a:spcBef>
                <a:spcPts val="0"/>
              </a:spcBef>
              <a:spcAft>
                <a:spcPts val="0"/>
              </a:spcAft>
              <a:buNone/>
            </a:pPr>
            <a:r>
              <a:rPr lang="en-US" b="1" dirty="0">
                <a:solidFill>
                  <a:srgbClr val="35B234"/>
                </a:solidFill>
                <a:latin typeface="TD Graphik Semibold"/>
                <a:ea typeface="Urbanist"/>
                <a:cs typeface="Urbanist"/>
                <a:sym typeface="Urbanist"/>
              </a:rPr>
              <a:t>Real-Time Redemption</a:t>
            </a:r>
            <a:endParaRPr b="1" dirty="0">
              <a:solidFill>
                <a:srgbClr val="35B234"/>
              </a:solidFill>
              <a:latin typeface="TD Graphik Semibold"/>
              <a:ea typeface="Urbanist"/>
              <a:cs typeface="Urbanist"/>
            </a:endParaRPr>
          </a:p>
        </p:txBody>
      </p:sp>
      <p:sp>
        <p:nvSpPr>
          <p:cNvPr id="111" name="Google Shape;111;p13"/>
          <p:cNvSpPr txBox="1"/>
          <p:nvPr/>
        </p:nvSpPr>
        <p:spPr>
          <a:xfrm>
            <a:off x="6910387" y="4198441"/>
            <a:ext cx="2490311" cy="276225"/>
          </a:xfrm>
          <a:prstGeom prst="rect">
            <a:avLst/>
          </a:prstGeom>
          <a:noFill/>
          <a:ln>
            <a:noFill/>
          </a:ln>
        </p:spPr>
        <p:txBody>
          <a:bodyPr spcFirstLastPara="1" wrap="square" lIns="0" tIns="0" rIns="0" bIns="0" anchor="t" anchorCtr="0">
            <a:spAutoFit/>
          </a:bodyPr>
          <a:lstStyle/>
          <a:p>
            <a:r>
              <a:rPr lang="en-US" b="1" dirty="0">
                <a:solidFill>
                  <a:srgbClr val="35B234"/>
                </a:solidFill>
                <a:latin typeface="TD Graphik Semibold"/>
                <a:ea typeface="Urbanist"/>
                <a:cs typeface="Urbanist"/>
                <a:sym typeface="Urbanist"/>
              </a:rPr>
              <a:t>AI-Triggered Moments</a:t>
            </a:r>
            <a:endParaRPr b="1" dirty="0">
              <a:solidFill>
                <a:srgbClr val="35B234"/>
              </a:solidFill>
              <a:latin typeface="TD Graphik Semibold"/>
              <a:ea typeface="Urbanist"/>
              <a:cs typeface="Urbanist"/>
            </a:endParaRPr>
          </a:p>
        </p:txBody>
      </p:sp>
      <p:pic>
        <p:nvPicPr>
          <p:cNvPr id="112" name="Google Shape;112;p13" descr="image.png"/>
          <p:cNvPicPr preferRelativeResize="0"/>
          <p:nvPr/>
        </p:nvPicPr>
        <p:blipFill rotWithShape="1">
          <a:blip r:embed="rId8">
            <a:alphaModFix/>
          </a:blip>
          <a:srcRect/>
          <a:stretch/>
        </p:blipFill>
        <p:spPr>
          <a:xfrm>
            <a:off x="819150" y="1457325"/>
            <a:ext cx="266700" cy="304800"/>
          </a:xfrm>
          <a:prstGeom prst="rect">
            <a:avLst/>
          </a:prstGeom>
          <a:noFill/>
          <a:ln>
            <a:noFill/>
          </a:ln>
        </p:spPr>
      </p:pic>
      <p:pic>
        <p:nvPicPr>
          <p:cNvPr id="113" name="Google Shape;113;p13" descr="image.png"/>
          <p:cNvPicPr preferRelativeResize="0"/>
          <p:nvPr/>
        </p:nvPicPr>
        <p:blipFill rotWithShape="1">
          <a:blip r:embed="rId9">
            <a:alphaModFix/>
          </a:blip>
          <a:srcRect/>
          <a:stretch/>
        </p:blipFill>
        <p:spPr>
          <a:xfrm>
            <a:off x="6462712" y="1457325"/>
            <a:ext cx="342900" cy="304800"/>
          </a:xfrm>
          <a:prstGeom prst="rect">
            <a:avLst/>
          </a:prstGeom>
          <a:noFill/>
          <a:ln>
            <a:noFill/>
          </a:ln>
        </p:spPr>
      </p:pic>
      <p:pic>
        <p:nvPicPr>
          <p:cNvPr id="114" name="Google Shape;114;p13" descr="image.png"/>
          <p:cNvPicPr preferRelativeResize="0"/>
          <p:nvPr/>
        </p:nvPicPr>
        <p:blipFill rotWithShape="1">
          <a:blip r:embed="rId10">
            <a:alphaModFix/>
          </a:blip>
          <a:srcRect/>
          <a:stretch/>
        </p:blipFill>
        <p:spPr>
          <a:xfrm>
            <a:off x="819150" y="4188916"/>
            <a:ext cx="266700" cy="304800"/>
          </a:xfrm>
          <a:prstGeom prst="rect">
            <a:avLst/>
          </a:prstGeom>
          <a:noFill/>
          <a:ln>
            <a:noFill/>
          </a:ln>
        </p:spPr>
      </p:pic>
      <p:pic>
        <p:nvPicPr>
          <p:cNvPr id="115" name="Google Shape;115;p13" descr="image.png"/>
          <p:cNvPicPr preferRelativeResize="0"/>
          <p:nvPr/>
        </p:nvPicPr>
        <p:blipFill rotWithShape="1">
          <a:blip r:embed="rId11">
            <a:alphaModFix/>
          </a:blip>
          <a:srcRect/>
          <a:stretch/>
        </p:blipFill>
        <p:spPr>
          <a:xfrm>
            <a:off x="6462712" y="4188916"/>
            <a:ext cx="304800" cy="304800"/>
          </a:xfrm>
          <a:prstGeom prst="rect">
            <a:avLst/>
          </a:prstGeom>
          <a:noFill/>
          <a:ln>
            <a:noFill/>
          </a:ln>
        </p:spPr>
      </p:pic>
      <p:sp>
        <p:nvSpPr>
          <p:cNvPr id="116" name="Google Shape;116;p13"/>
          <p:cNvSpPr txBox="1"/>
          <p:nvPr/>
        </p:nvSpPr>
        <p:spPr>
          <a:xfrm>
            <a:off x="571500" y="462603"/>
            <a:ext cx="11401425"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dirty="0">
                <a:solidFill>
                  <a:srgbClr val="003F2D"/>
                </a:solidFill>
                <a:latin typeface="TD Graphik Bold"/>
                <a:ea typeface="Urbanist"/>
                <a:cs typeface="Urbanist"/>
                <a:sym typeface="Urbanist"/>
              </a:rPr>
              <a:t>Loyalty Activation: Opportunities and Actions</a:t>
            </a:r>
            <a:endParaRPr sz="2700" b="1" dirty="0">
              <a:solidFill>
                <a:srgbClr val="003F2D"/>
              </a:solidFill>
              <a:latin typeface="TD Graphik Bold"/>
              <a:ea typeface="Urbanist"/>
              <a:cs typeface="Urbanist"/>
            </a:endParaRPr>
          </a:p>
        </p:txBody>
      </p:sp>
      <p:sp>
        <p:nvSpPr>
          <p:cNvPr id="2" name="Footer">
            <a:extLst>
              <a:ext uri="{FF2B5EF4-FFF2-40B4-BE49-F238E27FC236}">
                <a16:creationId xmlns:a16="http://schemas.microsoft.com/office/drawing/2014/main" id="{F45BCFAF-55ED-442C-8FB8-F7EDBDA22598}"/>
              </a:ext>
            </a:extLst>
          </p:cNvPr>
          <p:cNvSpPr txBox="1">
            <a:spLocks/>
          </p:cNvSpPr>
          <p:nvPr/>
        </p:nvSpPr>
        <p:spPr>
          <a:xfrm>
            <a:off x="330623" y="6473448"/>
            <a:ext cx="2483235" cy="16081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rgbClr val="003F2D"/>
                </a:solidFill>
                <a:latin typeface="TD Graphik Semilight"/>
                <a:ea typeface="Urbanist"/>
                <a:cs typeface="Urbanist"/>
              </a:rPr>
              <a:t>Human &amp; Simple</a:t>
            </a:r>
            <a:r>
              <a:rPr lang="en-US" dirty="0"/>
              <a:t>	</a:t>
            </a:r>
          </a:p>
        </p:txBody>
      </p:sp>
      <p:pic>
        <p:nvPicPr>
          <p:cNvPr id="3" name="TD Shield" descr="TD shield logo in white and green.">
            <a:extLst>
              <a:ext uri="{FF2B5EF4-FFF2-40B4-BE49-F238E27FC236}">
                <a16:creationId xmlns:a16="http://schemas.microsoft.com/office/drawing/2014/main" id="{EA71D914-7FF3-310A-DACB-6E164098F786}"/>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11067393" y="289371"/>
            <a:ext cx="620372" cy="5558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4B6957DD-4497-C69C-B5D8-E39F0FD2E643}"/>
              </a:ext>
            </a:extLst>
          </p:cNvPr>
          <p:cNvSpPr>
            <a:spLocks noGrp="1"/>
          </p:cNvSpPr>
          <p:nvPr>
            <p:ph type="ctrTitle"/>
          </p:nvPr>
        </p:nvSpPr>
        <p:spPr>
          <a:xfrm>
            <a:off x="748275" y="498752"/>
            <a:ext cx="6459107" cy="358041"/>
          </a:xfrm>
        </p:spPr>
        <p:txBody>
          <a:bodyPr/>
          <a:lstStyle/>
          <a:p>
            <a:r>
              <a:rPr lang="en-US" sz="2700" dirty="0">
                <a:solidFill>
                  <a:srgbClr val="003F2D"/>
                </a:solidFill>
                <a:latin typeface="TD Graphik Bold"/>
                <a:ea typeface="Urbanist"/>
                <a:cs typeface="Urbanist"/>
              </a:rPr>
              <a:t>Top Performance Snapshot </a:t>
            </a:r>
            <a:r>
              <a:rPr lang="en-US" sz="2000" dirty="0">
                <a:solidFill>
                  <a:srgbClr val="003F2D"/>
                </a:solidFill>
                <a:latin typeface="TD Graphik Bold"/>
                <a:ea typeface="Urbanist"/>
                <a:cs typeface="Urbanist"/>
              </a:rPr>
              <a:t>( current state )</a:t>
            </a:r>
          </a:p>
        </p:txBody>
      </p:sp>
      <p:sp>
        <p:nvSpPr>
          <p:cNvPr id="6" name="Body copy">
            <a:extLst>
              <a:ext uri="{FF2B5EF4-FFF2-40B4-BE49-F238E27FC236}">
                <a16:creationId xmlns:a16="http://schemas.microsoft.com/office/drawing/2014/main" id="{D7D99A4E-2C4E-EFB3-4955-AE38824FB498}"/>
              </a:ext>
            </a:extLst>
          </p:cNvPr>
          <p:cNvSpPr>
            <a:spLocks noGrp="1"/>
          </p:cNvSpPr>
          <p:nvPr>
            <p:ph type="body" sz="quarter" idx="12"/>
          </p:nvPr>
        </p:nvSpPr>
        <p:spPr>
          <a:xfrm>
            <a:off x="782639" y="1276673"/>
            <a:ext cx="6118016" cy="1646376"/>
          </a:xfrm>
        </p:spPr>
        <p:txBody>
          <a:bodyPr>
            <a:normAutofit/>
          </a:bodyPr>
          <a:lstStyle/>
          <a:p>
            <a:pPr marL="285750" marR="0" lvl="0" indent="-285750" algn="l" defTabSz="914400" rtl="0" eaLnBrk="1" fontAlgn="auto" latinLnBrk="0" hangingPunct="1">
              <a:lnSpc>
                <a:spcPts val="2220"/>
              </a:lnSpc>
              <a:spcBef>
                <a:spcPts val="0"/>
              </a:spcBef>
              <a:spcAft>
                <a:spcPts val="0"/>
              </a:spcAft>
              <a:buClrTx/>
              <a:buSzTx/>
              <a:buFont typeface="Arial" panose="020B0604020202020204" pitchFamily="34" charset="0"/>
              <a:buChar char="•"/>
              <a:tabLst/>
              <a:defRPr/>
            </a:pPr>
            <a:r>
              <a:rPr lang="en-US" b="1" dirty="0">
                <a:solidFill>
                  <a:srgbClr val="1C1C1C"/>
                </a:solidFill>
              </a:rPr>
              <a:t>Scale Drivers: </a:t>
            </a:r>
            <a:r>
              <a:rPr lang="en-US" b="0" i="0" dirty="0">
                <a:solidFill>
                  <a:srgbClr val="1C1C1C"/>
                </a:solidFill>
                <a:effectLst/>
                <a:latin typeface="TD Graphik Semilight" panose="020B0503030202060203" pitchFamily="34" charset="77"/>
              </a:rPr>
              <a:t>First Class Travel </a:t>
            </a:r>
            <a:r>
              <a:rPr lang="en-US" b="1" i="0" dirty="0">
                <a:solidFill>
                  <a:srgbClr val="1C1C1C"/>
                </a:solidFill>
                <a:effectLst/>
                <a:latin typeface="TD Graphik Semilight" panose="020B0503030202060203" pitchFamily="34" charset="77"/>
              </a:rPr>
              <a:t>($28.7B) </a:t>
            </a:r>
            <a:r>
              <a:rPr lang="en-US" b="0" i="0" dirty="0">
                <a:solidFill>
                  <a:srgbClr val="1C1C1C"/>
                </a:solidFill>
                <a:effectLst/>
                <a:latin typeface="TD Graphik Semilight" panose="020B0503030202060203" pitchFamily="34" charset="77"/>
              </a:rPr>
              <a:t>and Cash Back </a:t>
            </a:r>
            <a:r>
              <a:rPr lang="en-US" b="1" i="0" dirty="0">
                <a:solidFill>
                  <a:srgbClr val="1C1C1C"/>
                </a:solidFill>
                <a:effectLst/>
                <a:latin typeface="TD Graphik Semilight" panose="020B0503030202060203" pitchFamily="34" charset="77"/>
              </a:rPr>
              <a:t>($18.7B) </a:t>
            </a:r>
            <a:r>
              <a:rPr lang="en-US" b="0" i="0" dirty="0">
                <a:solidFill>
                  <a:srgbClr val="1C1C1C"/>
                </a:solidFill>
                <a:effectLst/>
                <a:latin typeface="TD Graphik Semilight" panose="020B0503030202060203" pitchFamily="34" charset="77"/>
              </a:rPr>
              <a:t>drive &gt;</a:t>
            </a:r>
            <a:r>
              <a:rPr lang="en-US" b="1" i="0" dirty="0">
                <a:solidFill>
                  <a:srgbClr val="1C1C1C"/>
                </a:solidFill>
                <a:effectLst/>
                <a:latin typeface="TD Graphik Semilight" panose="020B0503030202060203" pitchFamily="34" charset="77"/>
              </a:rPr>
              <a:t>55% of volume</a:t>
            </a:r>
            <a:r>
              <a:rPr lang="en-US" b="0" i="0" dirty="0">
                <a:solidFill>
                  <a:srgbClr val="1C1C1C"/>
                </a:solidFill>
                <a:effectLst/>
                <a:latin typeface="TD Graphik Semilight" panose="020B0503030202060203" pitchFamily="34" charset="77"/>
              </a:rPr>
              <a:t>.</a:t>
            </a:r>
          </a:p>
          <a:p>
            <a:pPr marL="285750" marR="0" lvl="0" indent="-285750" algn="l" defTabSz="914400" rtl="0" eaLnBrk="1" fontAlgn="auto" latinLnBrk="0" hangingPunct="1">
              <a:lnSpc>
                <a:spcPts val="2220"/>
              </a:lnSpc>
              <a:spcBef>
                <a:spcPts val="0"/>
              </a:spcBef>
              <a:spcAft>
                <a:spcPts val="0"/>
              </a:spcAft>
              <a:buClrTx/>
              <a:buSzTx/>
              <a:buFont typeface="Arial" panose="020B0604020202020204" pitchFamily="34" charset="0"/>
              <a:buChar char="•"/>
              <a:tabLst/>
              <a:defRPr/>
            </a:pPr>
            <a:endParaRPr lang="en-US" b="0" i="0" dirty="0">
              <a:solidFill>
                <a:srgbClr val="1C1C1C"/>
              </a:solidFill>
              <a:effectLst/>
              <a:latin typeface="TD Graphik Semilight" panose="020B0503030202060203" pitchFamily="34" charset="77"/>
            </a:endParaRPr>
          </a:p>
          <a:p>
            <a:pPr marL="285750" marR="0" lvl="0" indent="-285750" algn="l" defTabSz="914400" rtl="0" eaLnBrk="1" fontAlgn="auto" latinLnBrk="0" hangingPunct="1">
              <a:lnSpc>
                <a:spcPts val="2220"/>
              </a:lnSpc>
              <a:spcBef>
                <a:spcPts val="0"/>
              </a:spcBef>
              <a:spcAft>
                <a:spcPts val="0"/>
              </a:spcAft>
              <a:buClrTx/>
              <a:buSzTx/>
              <a:buFont typeface="Arial" panose="020B0604020202020204" pitchFamily="34" charset="0"/>
              <a:buChar char="•"/>
              <a:tabLst/>
              <a:defRPr/>
            </a:pPr>
            <a:r>
              <a:rPr lang="en-US" b="1" i="0" dirty="0">
                <a:solidFill>
                  <a:srgbClr val="1C1C1C"/>
                </a:solidFill>
                <a:effectLst/>
                <a:latin typeface="TD Graphik Semilight" panose="020B0503030202060203" pitchFamily="34" charset="77"/>
              </a:rPr>
              <a:t>Growth Engine: </a:t>
            </a:r>
            <a:r>
              <a:rPr lang="en-US" b="0" i="0" dirty="0">
                <a:solidFill>
                  <a:srgbClr val="1C1C1C"/>
                </a:solidFill>
                <a:effectLst/>
                <a:latin typeface="TD Graphik Semilight" panose="020B0503030202060203" pitchFamily="34" charset="77"/>
              </a:rPr>
              <a:t>TD Low Rate achieved </a:t>
            </a:r>
            <a:r>
              <a:rPr lang="en-US" b="1" i="0" dirty="0">
                <a:solidFill>
                  <a:srgbClr val="1C1C1C"/>
                </a:solidFill>
                <a:effectLst/>
                <a:latin typeface="TD Graphik Semilight" panose="020B0503030202060203" pitchFamily="34" charset="77"/>
              </a:rPr>
              <a:t>~80% YoY spend expansion </a:t>
            </a:r>
            <a:r>
              <a:rPr lang="en-US" b="0" i="0" dirty="0">
                <a:solidFill>
                  <a:srgbClr val="1C1C1C"/>
                </a:solidFill>
                <a:effectLst/>
                <a:latin typeface="TD Graphik Semilight" panose="020B0503030202060203" pitchFamily="34" charset="77"/>
              </a:rPr>
              <a:t>as a lead acquisition tool.</a:t>
            </a:r>
          </a:p>
        </p:txBody>
      </p:sp>
      <p:sp>
        <p:nvSpPr>
          <p:cNvPr id="18" name="Rectangle 17">
            <a:extLst>
              <a:ext uri="{FF2B5EF4-FFF2-40B4-BE49-F238E27FC236}">
                <a16:creationId xmlns:a16="http://schemas.microsoft.com/office/drawing/2014/main" id="{E67CB637-8338-7660-C2CF-D3ACBECDFCC7}"/>
              </a:ext>
              <a:ext uri="{C183D7F6-B498-43B3-948B-1728B52AA6E4}">
                <adec:decorative xmlns:adec="http://schemas.microsoft.com/office/drawing/2017/decorative" val="1"/>
              </a:ext>
            </a:extLst>
          </p:cNvPr>
          <p:cNvSpPr/>
          <p:nvPr/>
        </p:nvSpPr>
        <p:spPr>
          <a:xfrm>
            <a:off x="782639" y="3063241"/>
            <a:ext cx="1944000" cy="19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tatistic 1">
            <a:extLst>
              <a:ext uri="{FF2B5EF4-FFF2-40B4-BE49-F238E27FC236}">
                <a16:creationId xmlns:a16="http://schemas.microsoft.com/office/drawing/2014/main" id="{4B6FF5DF-1502-279C-0E55-8E4CD16ACC0C}"/>
              </a:ext>
            </a:extLst>
          </p:cNvPr>
          <p:cNvSpPr>
            <a:spLocks noGrp="1"/>
          </p:cNvSpPr>
          <p:nvPr>
            <p:ph type="body" sz="quarter" idx="10"/>
          </p:nvPr>
        </p:nvSpPr>
        <p:spPr>
          <a:xfrm>
            <a:off x="849229" y="3201615"/>
            <a:ext cx="1788284" cy="524478"/>
          </a:xfrm>
        </p:spPr>
        <p:txBody>
          <a:bodyPr>
            <a:noAutofit/>
          </a:bodyPr>
          <a:lstStyle/>
          <a:p>
            <a:pPr lvl="0"/>
            <a:r>
              <a:rPr lang="en-US" sz="3200" baseline="30000" dirty="0"/>
              <a:t>Business Travel</a:t>
            </a:r>
          </a:p>
        </p:txBody>
      </p:sp>
      <p:sp>
        <p:nvSpPr>
          <p:cNvPr id="8" name="Caption 1">
            <a:extLst>
              <a:ext uri="{FF2B5EF4-FFF2-40B4-BE49-F238E27FC236}">
                <a16:creationId xmlns:a16="http://schemas.microsoft.com/office/drawing/2014/main" id="{CA33B7BC-60E5-2B22-3D49-34FD80532B01}"/>
              </a:ext>
            </a:extLst>
          </p:cNvPr>
          <p:cNvSpPr>
            <a:spLocks noGrp="1"/>
          </p:cNvSpPr>
          <p:nvPr>
            <p:ph type="body" sz="quarter" idx="16"/>
          </p:nvPr>
        </p:nvSpPr>
        <p:spPr>
          <a:xfrm>
            <a:off x="849230" y="3883863"/>
            <a:ext cx="1788284" cy="524478"/>
          </a:xfrm>
        </p:spPr>
        <p:txBody>
          <a:bodyPr/>
          <a:lstStyle/>
          <a:p>
            <a:endParaRPr lang="en-US" dirty="0"/>
          </a:p>
          <a:p>
            <a:r>
              <a:rPr lang="en-US" dirty="0"/>
              <a:t>$6122</a:t>
            </a:r>
          </a:p>
          <a:p>
            <a:r>
              <a:rPr lang="en-US" dirty="0"/>
              <a:t>Sales Per Active user</a:t>
            </a:r>
          </a:p>
        </p:txBody>
      </p:sp>
      <p:sp>
        <p:nvSpPr>
          <p:cNvPr id="19" name="Rectangle 18">
            <a:extLst>
              <a:ext uri="{FF2B5EF4-FFF2-40B4-BE49-F238E27FC236}">
                <a16:creationId xmlns:a16="http://schemas.microsoft.com/office/drawing/2014/main" id="{3FF238A0-8BDB-BE80-C956-B58F433BC484}"/>
              </a:ext>
              <a:ext uri="{C183D7F6-B498-43B3-948B-1728B52AA6E4}">
                <adec:decorative xmlns:adec="http://schemas.microsoft.com/office/drawing/2017/decorative" val="1"/>
              </a:ext>
            </a:extLst>
          </p:cNvPr>
          <p:cNvSpPr/>
          <p:nvPr/>
        </p:nvSpPr>
        <p:spPr>
          <a:xfrm>
            <a:off x="2878966" y="3063241"/>
            <a:ext cx="1944000" cy="19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tatistic 2">
            <a:extLst>
              <a:ext uri="{FF2B5EF4-FFF2-40B4-BE49-F238E27FC236}">
                <a16:creationId xmlns:a16="http://schemas.microsoft.com/office/drawing/2014/main" id="{C1AAC6EE-3E48-BFD0-8600-B2C6EDA123D0}"/>
              </a:ext>
            </a:extLst>
          </p:cNvPr>
          <p:cNvSpPr>
            <a:spLocks noGrp="1"/>
          </p:cNvSpPr>
          <p:nvPr>
            <p:ph type="body" sz="quarter" idx="17"/>
          </p:nvPr>
        </p:nvSpPr>
        <p:spPr>
          <a:xfrm>
            <a:off x="2955572" y="3201615"/>
            <a:ext cx="1788284" cy="524478"/>
          </a:xfrm>
        </p:spPr>
        <p:txBody>
          <a:bodyPr>
            <a:noAutofit/>
          </a:bodyPr>
          <a:lstStyle/>
          <a:p>
            <a:r>
              <a:rPr lang="en-US" sz="3200" baseline="30000" dirty="0"/>
              <a:t>First Class Travel</a:t>
            </a:r>
          </a:p>
        </p:txBody>
      </p:sp>
      <p:sp>
        <p:nvSpPr>
          <p:cNvPr id="11" name="Caption 2">
            <a:extLst>
              <a:ext uri="{FF2B5EF4-FFF2-40B4-BE49-F238E27FC236}">
                <a16:creationId xmlns:a16="http://schemas.microsoft.com/office/drawing/2014/main" id="{28100AB1-237A-EBAE-946C-7EC726059B7C}"/>
              </a:ext>
            </a:extLst>
          </p:cNvPr>
          <p:cNvSpPr>
            <a:spLocks noGrp="1"/>
          </p:cNvSpPr>
          <p:nvPr>
            <p:ph type="body" sz="quarter" idx="18"/>
          </p:nvPr>
        </p:nvSpPr>
        <p:spPr>
          <a:xfrm>
            <a:off x="2955573" y="3885741"/>
            <a:ext cx="1788283" cy="524478"/>
          </a:xfrm>
        </p:spPr>
        <p:txBody>
          <a:bodyPr/>
          <a:lstStyle/>
          <a:p>
            <a:endParaRPr lang="en-US" dirty="0"/>
          </a:p>
          <a:p>
            <a:r>
              <a:rPr lang="en-US" dirty="0"/>
              <a:t>$2847 </a:t>
            </a:r>
          </a:p>
          <a:p>
            <a:r>
              <a:rPr lang="en-US" dirty="0"/>
              <a:t>Sales Per Active user</a:t>
            </a:r>
          </a:p>
        </p:txBody>
      </p:sp>
      <p:sp>
        <p:nvSpPr>
          <p:cNvPr id="20" name="Rectangle 19">
            <a:extLst>
              <a:ext uri="{FF2B5EF4-FFF2-40B4-BE49-F238E27FC236}">
                <a16:creationId xmlns:a16="http://schemas.microsoft.com/office/drawing/2014/main" id="{47FBF9A1-9AAF-E7FA-77D5-2944143D2692}"/>
              </a:ext>
              <a:ext uri="{C183D7F6-B498-43B3-948B-1728B52AA6E4}">
                <adec:decorative xmlns:adec="http://schemas.microsoft.com/office/drawing/2017/decorative" val="1"/>
              </a:ext>
            </a:extLst>
          </p:cNvPr>
          <p:cNvSpPr/>
          <p:nvPr/>
        </p:nvSpPr>
        <p:spPr>
          <a:xfrm>
            <a:off x="4977567" y="3063241"/>
            <a:ext cx="1944000" cy="19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tatistic 3">
            <a:extLst>
              <a:ext uri="{FF2B5EF4-FFF2-40B4-BE49-F238E27FC236}">
                <a16:creationId xmlns:a16="http://schemas.microsoft.com/office/drawing/2014/main" id="{C1DF50BC-12CA-DD4C-7C48-1BAA4B8F4982}"/>
              </a:ext>
            </a:extLst>
          </p:cNvPr>
          <p:cNvSpPr>
            <a:spLocks noGrp="1"/>
          </p:cNvSpPr>
          <p:nvPr>
            <p:ph type="body" sz="quarter" idx="19"/>
          </p:nvPr>
        </p:nvSpPr>
        <p:spPr>
          <a:xfrm>
            <a:off x="5061915" y="3201615"/>
            <a:ext cx="1788284" cy="524478"/>
          </a:xfrm>
        </p:spPr>
        <p:txBody>
          <a:bodyPr>
            <a:noAutofit/>
          </a:bodyPr>
          <a:lstStyle/>
          <a:p>
            <a:r>
              <a:rPr lang="en-US" sz="3200" baseline="30000" dirty="0"/>
              <a:t>Cash Back (Base)</a:t>
            </a:r>
          </a:p>
        </p:txBody>
      </p:sp>
      <p:sp>
        <p:nvSpPr>
          <p:cNvPr id="15" name="Caption 3">
            <a:extLst>
              <a:ext uri="{FF2B5EF4-FFF2-40B4-BE49-F238E27FC236}">
                <a16:creationId xmlns:a16="http://schemas.microsoft.com/office/drawing/2014/main" id="{8E002CDE-C4BF-142E-8D97-DF499844B3A2}"/>
              </a:ext>
            </a:extLst>
          </p:cNvPr>
          <p:cNvSpPr>
            <a:spLocks noGrp="1"/>
          </p:cNvSpPr>
          <p:nvPr>
            <p:ph type="body" sz="quarter" idx="20"/>
          </p:nvPr>
        </p:nvSpPr>
        <p:spPr>
          <a:xfrm>
            <a:off x="5061916" y="3883863"/>
            <a:ext cx="1788284" cy="524478"/>
          </a:xfrm>
        </p:spPr>
        <p:txBody>
          <a:bodyPr/>
          <a:lstStyle/>
          <a:p>
            <a:endParaRPr lang="en-CA" dirty="0"/>
          </a:p>
          <a:p>
            <a:r>
              <a:rPr lang="en-CA" dirty="0"/>
              <a:t>$864</a:t>
            </a:r>
          </a:p>
          <a:p>
            <a:r>
              <a:rPr lang="en-CA" dirty="0"/>
              <a:t>Sales Per Active user</a:t>
            </a:r>
            <a:endParaRPr lang="en-US" dirty="0"/>
          </a:p>
        </p:txBody>
      </p:sp>
      <p:pic>
        <p:nvPicPr>
          <p:cNvPr id="14" name="Image">
            <a:extLst>
              <a:ext uri="{FF2B5EF4-FFF2-40B4-BE49-F238E27FC236}">
                <a16:creationId xmlns:a16="http://schemas.microsoft.com/office/drawing/2014/main" id="{7AE69991-8BBA-C868-643B-FA703E8226D0}"/>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602854" y="3567555"/>
            <a:ext cx="681725" cy="522361"/>
          </a:xfrm>
          <a:prstGeom prst="rect">
            <a:avLst/>
          </a:prstGeom>
        </p:spPr>
      </p:pic>
      <p:sp>
        <p:nvSpPr>
          <p:cNvPr id="7" name="Quote">
            <a:extLst>
              <a:ext uri="{FF2B5EF4-FFF2-40B4-BE49-F238E27FC236}">
                <a16:creationId xmlns:a16="http://schemas.microsoft.com/office/drawing/2014/main" id="{DDDED8C3-1BC8-D959-0792-B56E272B27D5}"/>
              </a:ext>
            </a:extLst>
          </p:cNvPr>
          <p:cNvSpPr>
            <a:spLocks noGrp="1"/>
          </p:cNvSpPr>
          <p:nvPr>
            <p:ph type="body" sz="quarter" idx="13"/>
          </p:nvPr>
        </p:nvSpPr>
        <p:spPr/>
        <p:txBody>
          <a:bodyPr/>
          <a:lstStyle/>
          <a:p>
            <a:pPr lvl="0"/>
            <a:r>
              <a:rPr lang="en-US" dirty="0"/>
              <a:t>Our opportunity isn’t increasing redemption — it’s shifting engagement toward high-spend, high-value segments</a:t>
            </a:r>
          </a:p>
          <a:p>
            <a:pPr lvl="0"/>
            <a:r>
              <a:rPr lang="en-US" dirty="0"/>
              <a:t>.</a:t>
            </a:r>
          </a:p>
        </p:txBody>
      </p:sp>
      <p:sp>
        <p:nvSpPr>
          <p:cNvPr id="12" name="Quote citation">
            <a:extLst>
              <a:ext uri="{FF2B5EF4-FFF2-40B4-BE49-F238E27FC236}">
                <a16:creationId xmlns:a16="http://schemas.microsoft.com/office/drawing/2014/main" id="{FDF453A3-00CE-6E65-FC91-AA050FB9BBE9}"/>
              </a:ext>
            </a:extLst>
          </p:cNvPr>
          <p:cNvSpPr>
            <a:spLocks noGrp="1"/>
          </p:cNvSpPr>
          <p:nvPr>
            <p:ph type="body" sz="quarter" idx="21"/>
          </p:nvPr>
        </p:nvSpPr>
        <p:spPr/>
        <p:txBody>
          <a:bodyPr/>
          <a:lstStyle/>
          <a:p>
            <a:r>
              <a:rPr lang="en-US"/>
              <a:t>TD Bank</a:t>
            </a:r>
          </a:p>
        </p:txBody>
      </p:sp>
      <p:sp>
        <p:nvSpPr>
          <p:cNvPr id="26" name="Footer Placeholder 25">
            <a:extLst>
              <a:ext uri="{FF2B5EF4-FFF2-40B4-BE49-F238E27FC236}">
                <a16:creationId xmlns:a16="http://schemas.microsoft.com/office/drawing/2014/main" id="{45554C61-3555-4B79-375A-912A48B70FD3}"/>
              </a:ext>
            </a:extLst>
          </p:cNvPr>
          <p:cNvSpPr txBox="1">
            <a:spLocks noGrp="1"/>
          </p:cNvSpPr>
          <p:nvPr>
            <p:ph type="ftr" sz="quarter" idx="3"/>
          </p:nvPr>
        </p:nvSpPr>
        <p:spPr>
          <a:xfrm>
            <a:off x="849229" y="6246899"/>
            <a:ext cx="945281" cy="153888"/>
          </a:xfrm>
          <a:prstGeom prst="rect">
            <a:avLst/>
          </a:prstGeom>
          <a:noFill/>
        </p:spPr>
        <p:txBody>
          <a:bodyPr wrap="square" rtlCol="0">
            <a:spAutoFit/>
          </a:bodyPr>
          <a:lstStyle/>
          <a:p>
            <a:r>
              <a:rPr lang="en-US" sz="1000" dirty="0">
                <a:latin typeface="TD Graphik Regular" panose="020B0503030202060203" pitchFamily="34" charset="0"/>
                <a:hlinkClick r:id="rId4"/>
              </a:rPr>
              <a:t>Data Source</a:t>
            </a:r>
            <a:endParaRPr lang="en-US" sz="1000" dirty="0">
              <a:latin typeface="TD Graphik Regular" panose="020B0503030202060203" pitchFamily="34" charset="0"/>
            </a:endParaRPr>
          </a:p>
        </p:txBody>
      </p:sp>
      <p:sp>
        <p:nvSpPr>
          <p:cNvPr id="28" name="TextBox 27">
            <a:extLst>
              <a:ext uri="{FF2B5EF4-FFF2-40B4-BE49-F238E27FC236}">
                <a16:creationId xmlns:a16="http://schemas.microsoft.com/office/drawing/2014/main" id="{01EB01D5-2E5E-8C77-F04A-A795403A68B3}"/>
              </a:ext>
            </a:extLst>
          </p:cNvPr>
          <p:cNvSpPr txBox="1"/>
          <p:nvPr/>
        </p:nvSpPr>
        <p:spPr>
          <a:xfrm>
            <a:off x="782639" y="5273127"/>
            <a:ext cx="6978331" cy="707886"/>
          </a:xfrm>
          <a:prstGeom prst="rect">
            <a:avLst/>
          </a:prstGeom>
          <a:noFill/>
        </p:spPr>
        <p:txBody>
          <a:bodyPr wrap="square" rtlCol="0">
            <a:spAutoFit/>
          </a:bodyPr>
          <a:lstStyle/>
          <a:p>
            <a:r>
              <a:rPr lang="en-US" sz="2000" b="1" dirty="0">
                <a:solidFill>
                  <a:srgbClr val="008A00"/>
                </a:solidFill>
                <a:latin typeface="TD Graphik Semibold" panose="020B0503030202060203" pitchFamily="34" charset="77"/>
                <a:ea typeface="+mj-ea"/>
                <a:cs typeface="+mj-cs"/>
              </a:rPr>
              <a:t>Loyalty is not redemption – </a:t>
            </a:r>
          </a:p>
          <a:p>
            <a:r>
              <a:rPr lang="en-US" sz="2000" b="1" dirty="0">
                <a:solidFill>
                  <a:srgbClr val="008A00"/>
                </a:solidFill>
                <a:latin typeface="TD Graphik Semibold" panose="020B0503030202060203" pitchFamily="34" charset="77"/>
                <a:ea typeface="+mj-ea"/>
                <a:cs typeface="+mj-cs"/>
              </a:rPr>
              <a:t>it is repeated usage, increased spend and long-term retention</a:t>
            </a:r>
          </a:p>
        </p:txBody>
      </p:sp>
      <p:graphicFrame>
        <p:nvGraphicFramePr>
          <p:cNvPr id="4" name="Diagram 3">
            <a:extLst>
              <a:ext uri="{FF2B5EF4-FFF2-40B4-BE49-F238E27FC236}">
                <a16:creationId xmlns:a16="http://schemas.microsoft.com/office/drawing/2014/main" id="{A931AAB1-5D00-D862-1A8F-3EC9A23E239A}"/>
              </a:ext>
            </a:extLst>
          </p:cNvPr>
          <p:cNvGraphicFramePr/>
          <p:nvPr>
            <p:extLst>
              <p:ext uri="{D42A27DB-BD31-4B8C-83A1-F6EECF244321}">
                <p14:modId xmlns:p14="http://schemas.microsoft.com/office/powerpoint/2010/main" val="503928868"/>
              </p:ext>
            </p:extLst>
          </p:nvPr>
        </p:nvGraphicFramePr>
        <p:xfrm>
          <a:off x="8214172" y="508320"/>
          <a:ext cx="3742231" cy="241472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9" name="TD Shield" descr="TD shield logo in white and green.">
            <a:extLst>
              <a:ext uri="{FF2B5EF4-FFF2-40B4-BE49-F238E27FC236}">
                <a16:creationId xmlns:a16="http://schemas.microsoft.com/office/drawing/2014/main" id="{DFB41334-4AC0-3DD0-A7AF-B57B9EB48421}"/>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1322913" y="202169"/>
            <a:ext cx="452722" cy="405618"/>
          </a:xfrm>
          <a:prstGeom prst="rect">
            <a:avLst/>
          </a:prstGeom>
        </p:spPr>
      </p:pic>
      <p:sp>
        <p:nvSpPr>
          <p:cNvPr id="16" name="Footer">
            <a:extLst>
              <a:ext uri="{FF2B5EF4-FFF2-40B4-BE49-F238E27FC236}">
                <a16:creationId xmlns:a16="http://schemas.microsoft.com/office/drawing/2014/main" id="{1FCF8B14-8B86-81DC-5898-A24F18EA74A4}"/>
              </a:ext>
            </a:extLst>
          </p:cNvPr>
          <p:cNvSpPr txBox="1">
            <a:spLocks/>
          </p:cNvSpPr>
          <p:nvPr/>
        </p:nvSpPr>
        <p:spPr>
          <a:xfrm>
            <a:off x="472337" y="6526151"/>
            <a:ext cx="2483235" cy="18466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rgbClr val="003F2D"/>
                </a:solidFill>
                <a:latin typeface="TD Graphik Semilight"/>
                <a:ea typeface="Urbanist"/>
                <a:cs typeface="Urbanist"/>
              </a:rPr>
              <a:t>Human &amp; Simple</a:t>
            </a:r>
            <a:r>
              <a:rPr lang="en-US" dirty="0"/>
              <a:t>	</a:t>
            </a:r>
          </a:p>
        </p:txBody>
      </p:sp>
    </p:spTree>
    <p:extLst>
      <p:ext uri="{BB962C8B-B14F-4D97-AF65-F5344CB8AC3E}">
        <p14:creationId xmlns:p14="http://schemas.microsoft.com/office/powerpoint/2010/main" val="954839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F4E9E-22E0-7741-4001-91E35CF8193E}"/>
              </a:ext>
            </a:extLst>
          </p:cNvPr>
          <p:cNvSpPr>
            <a:spLocks noGrp="1"/>
          </p:cNvSpPr>
          <p:nvPr>
            <p:ph type="ctrTitle"/>
          </p:nvPr>
        </p:nvSpPr>
        <p:spPr>
          <a:xfrm>
            <a:off x="471403" y="277012"/>
            <a:ext cx="10542064" cy="358041"/>
          </a:xfrm>
        </p:spPr>
        <p:txBody>
          <a:bodyPr/>
          <a:lstStyle/>
          <a:p>
            <a:r>
              <a:rPr lang="en-US" sz="2700" dirty="0">
                <a:solidFill>
                  <a:srgbClr val="003F2D"/>
                </a:solidFill>
                <a:latin typeface="TD Graphik Bold" panose="020B0503030202060203"/>
                <a:ea typeface="Urbanist"/>
                <a:cs typeface="Urbanist"/>
              </a:rPr>
              <a:t>TD Rewards is TD Bank's loyalty ( points ) program tied to its credit cards in Canada  – especially travel and rewards             cards in Canada.</a:t>
            </a:r>
          </a:p>
        </p:txBody>
      </p:sp>
      <p:sp>
        <p:nvSpPr>
          <p:cNvPr id="3" name="Text Placeholder 2">
            <a:extLst>
              <a:ext uri="{FF2B5EF4-FFF2-40B4-BE49-F238E27FC236}">
                <a16:creationId xmlns:a16="http://schemas.microsoft.com/office/drawing/2014/main" id="{E510B8F3-75A5-D8C1-9402-85652947888C}"/>
              </a:ext>
            </a:extLst>
          </p:cNvPr>
          <p:cNvSpPr>
            <a:spLocks noGrp="1"/>
          </p:cNvSpPr>
          <p:nvPr>
            <p:ph type="body" sz="quarter" idx="11"/>
          </p:nvPr>
        </p:nvSpPr>
        <p:spPr>
          <a:xfrm>
            <a:off x="1091185" y="3272839"/>
            <a:ext cx="10172700" cy="358041"/>
          </a:xfrm>
        </p:spPr>
        <p:txBody>
          <a:bodyPr/>
          <a:lstStyle/>
          <a:p>
            <a:r>
              <a:rPr lang="en-US" sz="1800" b="1" dirty="0">
                <a:solidFill>
                  <a:schemeClr val="accent1"/>
                </a:solidFill>
                <a:latin typeface="TD Graphik Bold" panose="020B0503030202060203" pitchFamily="34" charset="0"/>
              </a:rPr>
              <a:t>Three Pillars for Long-Term Loyalty?</a:t>
            </a:r>
          </a:p>
        </p:txBody>
      </p:sp>
      <p:sp>
        <p:nvSpPr>
          <p:cNvPr id="4" name="Text Placeholder 3">
            <a:extLst>
              <a:ext uri="{FF2B5EF4-FFF2-40B4-BE49-F238E27FC236}">
                <a16:creationId xmlns:a16="http://schemas.microsoft.com/office/drawing/2014/main" id="{D6D143C1-36B9-C53D-4716-0A7427BEDFA5}"/>
              </a:ext>
            </a:extLst>
          </p:cNvPr>
          <p:cNvSpPr>
            <a:spLocks noGrp="1"/>
          </p:cNvSpPr>
          <p:nvPr>
            <p:ph type="body" sz="quarter" idx="12"/>
          </p:nvPr>
        </p:nvSpPr>
        <p:spPr>
          <a:xfrm>
            <a:off x="656085" y="3857679"/>
            <a:ext cx="5439915" cy="2460307"/>
          </a:xfrm>
        </p:spPr>
        <p:txBody>
          <a:bodyPr>
            <a:normAutofit fontScale="62500" lnSpcReduction="20000"/>
          </a:bodyPr>
          <a:lstStyle/>
          <a:p>
            <a:r>
              <a:rPr lang="en-US" sz="2300" b="1" dirty="0">
                <a:solidFill>
                  <a:srgbClr val="038203"/>
                </a:solidFill>
                <a:latin typeface="TD Graphik Semibold" panose="020B0503030202060203" pitchFamily="34" charset="77"/>
                <a:ea typeface="+mj-ea"/>
                <a:cs typeface="+mj-cs"/>
              </a:rPr>
              <a:t>1. In-App Discounts</a:t>
            </a:r>
          </a:p>
          <a:p>
            <a:pPr lvl="1"/>
            <a:r>
              <a:rPr lang="en-US" dirty="0"/>
              <a:t>New 2026 TD Rewards Experience integrates 30+ top brands (Gap, PetSmart) for instant merchant cashback within .</a:t>
            </a:r>
          </a:p>
          <a:p>
            <a:r>
              <a:rPr lang="en-US" sz="2300" b="1" dirty="0">
                <a:solidFill>
                  <a:srgbClr val="038203"/>
                </a:solidFill>
                <a:latin typeface="TD Graphik Semibold" panose="020B0503030202060203" pitchFamily="34" charset="77"/>
                <a:ea typeface="+mj-ea"/>
                <a:cs typeface="+mj-cs"/>
              </a:rPr>
              <a:t>2. Anniversaries Retention</a:t>
            </a:r>
          </a:p>
          <a:p>
            <a:pPr lvl="1"/>
            <a:r>
              <a:rPr lang="en-US" dirty="0"/>
              <a:t>Driving 10% annual bonus points on birthdays / anniversaries creates a high-emotional-value touchpoint that discourages card churn.</a:t>
            </a:r>
          </a:p>
          <a:p>
            <a:r>
              <a:rPr lang="en-US" sz="2300" b="1" dirty="0">
                <a:solidFill>
                  <a:srgbClr val="038203"/>
                </a:solidFill>
                <a:latin typeface="TD Graphik Semibold" panose="020B0503030202060203" pitchFamily="34" charset="77"/>
                <a:ea typeface="+mj-ea"/>
                <a:cs typeface="+mj-cs"/>
              </a:rPr>
              <a:t>3. Personalized Value</a:t>
            </a:r>
          </a:p>
          <a:p>
            <a:pPr lvl="1"/>
            <a:r>
              <a:rPr lang="en-US" dirty="0"/>
              <a:t>Moving from one-time perks to year-round relevant rewards, such as EV charging bonuses and intentional spending insights.</a:t>
            </a:r>
          </a:p>
          <a:p>
            <a:endParaRPr lang="en-US" dirty="0"/>
          </a:p>
        </p:txBody>
      </p:sp>
      <p:pic>
        <p:nvPicPr>
          <p:cNvPr id="9" name="Graphic 8" descr="Lights On with solid fill">
            <a:extLst>
              <a:ext uri="{FF2B5EF4-FFF2-40B4-BE49-F238E27FC236}">
                <a16:creationId xmlns:a16="http://schemas.microsoft.com/office/drawing/2014/main" id="{170C85B1-12F1-361B-91B9-0EF88B04C0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6085" y="3204102"/>
            <a:ext cx="400810" cy="400810"/>
          </a:xfrm>
          <a:prstGeom prst="rect">
            <a:avLst/>
          </a:prstGeom>
        </p:spPr>
      </p:pic>
      <p:graphicFrame>
        <p:nvGraphicFramePr>
          <p:cNvPr id="12" name="Table 11">
            <a:extLst>
              <a:ext uri="{FF2B5EF4-FFF2-40B4-BE49-F238E27FC236}">
                <a16:creationId xmlns:a16="http://schemas.microsoft.com/office/drawing/2014/main" id="{FC827E5C-F2D0-F8F4-5A08-878B1DE841E4}"/>
              </a:ext>
            </a:extLst>
          </p:cNvPr>
          <p:cNvGraphicFramePr>
            <a:graphicFrameLocks noGrp="1"/>
          </p:cNvGraphicFramePr>
          <p:nvPr>
            <p:extLst>
              <p:ext uri="{D42A27DB-BD31-4B8C-83A1-F6EECF244321}">
                <p14:modId xmlns:p14="http://schemas.microsoft.com/office/powerpoint/2010/main" val="2700216418"/>
              </p:ext>
            </p:extLst>
          </p:nvPr>
        </p:nvGraphicFramePr>
        <p:xfrm>
          <a:off x="471403" y="1514369"/>
          <a:ext cx="11378091" cy="1621722"/>
        </p:xfrm>
        <a:graphic>
          <a:graphicData uri="http://schemas.openxmlformats.org/drawingml/2006/table">
            <a:tbl>
              <a:tblPr firstRow="1" bandRow="1">
                <a:tableStyleId>{5C22544A-7EE6-4342-B048-85BDC9FD1C3A}</a:tableStyleId>
              </a:tblPr>
              <a:tblGrid>
                <a:gridCol w="3289067">
                  <a:extLst>
                    <a:ext uri="{9D8B030D-6E8A-4147-A177-3AD203B41FA5}">
                      <a16:colId xmlns:a16="http://schemas.microsoft.com/office/drawing/2014/main" val="642516537"/>
                    </a:ext>
                  </a:extLst>
                </a:gridCol>
                <a:gridCol w="3045683">
                  <a:extLst>
                    <a:ext uri="{9D8B030D-6E8A-4147-A177-3AD203B41FA5}">
                      <a16:colId xmlns:a16="http://schemas.microsoft.com/office/drawing/2014/main" val="580721682"/>
                    </a:ext>
                  </a:extLst>
                </a:gridCol>
                <a:gridCol w="2007909">
                  <a:extLst>
                    <a:ext uri="{9D8B030D-6E8A-4147-A177-3AD203B41FA5}">
                      <a16:colId xmlns:a16="http://schemas.microsoft.com/office/drawing/2014/main" val="1496306309"/>
                    </a:ext>
                  </a:extLst>
                </a:gridCol>
                <a:gridCol w="1809946">
                  <a:extLst>
                    <a:ext uri="{9D8B030D-6E8A-4147-A177-3AD203B41FA5}">
                      <a16:colId xmlns:a16="http://schemas.microsoft.com/office/drawing/2014/main" val="2552963466"/>
                    </a:ext>
                  </a:extLst>
                </a:gridCol>
                <a:gridCol w="1225486">
                  <a:extLst>
                    <a:ext uri="{9D8B030D-6E8A-4147-A177-3AD203B41FA5}">
                      <a16:colId xmlns:a16="http://schemas.microsoft.com/office/drawing/2014/main" val="265510943"/>
                    </a:ext>
                  </a:extLst>
                </a:gridCol>
              </a:tblGrid>
              <a:tr h="370840">
                <a:tc rowSpan="3">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lnSpc>
                          <a:spcPct val="95000"/>
                        </a:lnSpc>
                      </a:pPr>
                      <a:r>
                        <a:rPr lang="en-US" sz="1600" b="1" i="0" u="none" strike="noStrike" spc="20" baseline="0" dirty="0">
                          <a:solidFill>
                            <a:schemeClr val="bg1"/>
                          </a:solidFill>
                          <a:effectLst/>
                          <a:latin typeface="TD Graphik Semibold" panose="020B0503030202060203" pitchFamily="34" charset="77"/>
                          <a:cs typeface="Arial" panose="020B0604020202020204" pitchFamily="34" charset="0"/>
                        </a:rPr>
                        <a:t>Loyalty KPI</a:t>
                      </a:r>
                    </a:p>
                  </a:txBody>
                  <a:tcPr marL="144000" marR="144000" marT="145180" marB="1451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lnSpc>
                          <a:spcPct val="95000"/>
                        </a:lnSpc>
                      </a:pPr>
                      <a:r>
                        <a:rPr lang="en-US" sz="1600" b="1" i="0" u="none" strike="noStrike" spc="20" baseline="0" dirty="0">
                          <a:solidFill>
                            <a:schemeClr val="bg1"/>
                          </a:solidFill>
                          <a:effectLst/>
                          <a:latin typeface="TD Graphik Semibold" panose="020B0503030202060203" pitchFamily="34" charset="77"/>
                          <a:cs typeface="Arial" panose="020B0604020202020204" pitchFamily="34" charset="0"/>
                        </a:rPr>
                        <a:t>Cash Back</a:t>
                      </a:r>
                    </a:p>
                  </a:txBody>
                  <a:tcPr marL="144000" marR="144000" marT="145180" marB="1451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lnSpc>
                          <a:spcPct val="95000"/>
                        </a:lnSpc>
                      </a:pPr>
                      <a:r>
                        <a:rPr lang="en-US" sz="1600" b="1" i="0" u="none" strike="noStrike" spc="20" baseline="0" dirty="0">
                          <a:solidFill>
                            <a:schemeClr val="bg1"/>
                          </a:solidFill>
                          <a:effectLst/>
                          <a:latin typeface="TD Graphik Semibold" panose="020B0503030202060203" pitchFamily="34" charset="77"/>
                          <a:cs typeface="Arial" panose="020B0604020202020204" pitchFamily="34" charset="0"/>
                        </a:rPr>
                        <a:t>Infinite</a:t>
                      </a:r>
                    </a:p>
                  </a:txBody>
                  <a:tcPr marL="144000" marR="144000" marT="145180" marB="1451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5965098"/>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lnSpc>
                          <a:spcPct val="95000"/>
                        </a:lnSpc>
                      </a:pPr>
                      <a:r>
                        <a:rPr lang="en-US" sz="1600" b="0" i="0" u="none" strike="noStrike" dirty="0">
                          <a:solidFill>
                            <a:srgbClr val="1C1C1C"/>
                          </a:solidFill>
                          <a:effectLst/>
                          <a:latin typeface="TD Graphik Semilight" panose="020B0503030202060203" pitchFamily="34" charset="77"/>
                          <a:cs typeface="Arial" panose="020B0604020202020204" pitchFamily="34" charset="0"/>
                        </a:rPr>
                        <a:t>Engagement</a:t>
                      </a:r>
                      <a:br>
                        <a:rPr lang="en-US" sz="1600" b="0" i="0" u="none" strike="noStrike" dirty="0">
                          <a:solidFill>
                            <a:srgbClr val="1C1C1C"/>
                          </a:solidFill>
                          <a:effectLst/>
                          <a:latin typeface="TD Graphik Semilight" panose="020B0503030202060203" pitchFamily="34" charset="77"/>
                          <a:cs typeface="Arial" panose="020B0604020202020204" pitchFamily="34" charset="0"/>
                        </a:rPr>
                      </a:br>
                      <a:r>
                        <a:rPr lang="en-US" sz="1000" b="0" i="0" u="none" strike="noStrike" dirty="0">
                          <a:solidFill>
                            <a:srgbClr val="1C1C1C"/>
                          </a:solidFill>
                          <a:effectLst/>
                          <a:latin typeface="TD Graphik Semilight" panose="020B0503030202060203" pitchFamily="34" charset="77"/>
                          <a:cs typeface="Arial" panose="020B0604020202020204" pitchFamily="34" charset="0"/>
                        </a:rPr>
                        <a:t>(</a:t>
                      </a:r>
                      <a:r>
                        <a:rPr lang="en-US" sz="1000" b="0" i="0" u="none" strike="noStrike" dirty="0" err="1">
                          <a:solidFill>
                            <a:srgbClr val="1C1C1C"/>
                          </a:solidFill>
                          <a:effectLst/>
                          <a:latin typeface="TD Graphik Semilight" panose="020B0503030202060203" pitchFamily="34" charset="77"/>
                          <a:cs typeface="Arial" panose="020B0604020202020204" pitchFamily="34" charset="0"/>
                        </a:rPr>
                        <a:t>txns</a:t>
                      </a:r>
                      <a:r>
                        <a:rPr lang="en-US" sz="1000" b="0" i="0" u="none" strike="noStrike" dirty="0">
                          <a:solidFill>
                            <a:srgbClr val="1C1C1C"/>
                          </a:solidFill>
                          <a:effectLst/>
                          <a:latin typeface="TD Graphik Semilight" panose="020B0503030202060203" pitchFamily="34" charset="77"/>
                          <a:cs typeface="Arial" panose="020B0604020202020204" pitchFamily="34" charset="0"/>
                        </a:rPr>
                        <a:t>/active/month)</a:t>
                      </a:r>
                    </a:p>
                  </a:txBody>
                  <a:tcPr marL="144000" marR="144000" marT="85000" marB="85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lnSpc>
                          <a:spcPct val="95000"/>
                        </a:lnSpc>
                      </a:pPr>
                      <a:r>
                        <a:rPr lang="en-US" sz="1600" b="0" i="0" u="none" strike="noStrike" dirty="0">
                          <a:solidFill>
                            <a:srgbClr val="1C1C1C"/>
                          </a:solidFill>
                          <a:effectLst/>
                          <a:latin typeface="TD Graphik Semilight" panose="020B0503030202060203" pitchFamily="34" charset="77"/>
                          <a:cs typeface="Arial" panose="020B0604020202020204" pitchFamily="34" charset="0"/>
                        </a:rPr>
                        <a:t>12.38</a:t>
                      </a:r>
                    </a:p>
                  </a:txBody>
                  <a:tcPr marL="144000" marR="144000" marT="85000" marB="85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lnSpc>
                          <a:spcPct val="95000"/>
                        </a:lnSpc>
                      </a:pPr>
                      <a:r>
                        <a:rPr lang="en-US" sz="1600" b="0" i="0" u="none" strike="noStrike" dirty="0">
                          <a:solidFill>
                            <a:srgbClr val="1C1C1C"/>
                          </a:solidFill>
                          <a:effectLst/>
                          <a:latin typeface="TD Graphik Semilight" panose="020B0503030202060203" pitchFamily="34" charset="77"/>
                          <a:cs typeface="Arial" panose="020B0604020202020204" pitchFamily="34" charset="0"/>
                        </a:rPr>
                        <a:t>21.95</a:t>
                      </a:r>
                    </a:p>
                  </a:txBody>
                  <a:tcPr marL="144000" marR="144000" marT="85000" marB="85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87499357"/>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lnSpc>
                          <a:spcPct val="95000"/>
                        </a:lnSpc>
                      </a:pPr>
                      <a:r>
                        <a:rPr lang="en-US" sz="1600" b="0" i="0" u="none" strike="noStrike" dirty="0">
                          <a:solidFill>
                            <a:srgbClr val="1C1C1C"/>
                          </a:solidFill>
                          <a:effectLst/>
                          <a:latin typeface="TD Graphik Semilight" panose="020B0503030202060203" pitchFamily="34" charset="77"/>
                          <a:cs typeface="Arial" panose="020B0604020202020204" pitchFamily="34" charset="0"/>
                        </a:rPr>
                        <a:t>Loyalty</a:t>
                      </a:r>
                    </a:p>
                    <a:p>
                      <a:pPr algn="l" rtl="0" fontAlgn="ctr">
                        <a:lnSpc>
                          <a:spcPct val="95000"/>
                        </a:lnSpc>
                      </a:pPr>
                      <a:r>
                        <a:rPr lang="en-US" sz="1000" b="0" i="0" u="none" strike="noStrike" kern="1200" dirty="0">
                          <a:solidFill>
                            <a:srgbClr val="1C1C1C"/>
                          </a:solidFill>
                          <a:effectLst/>
                          <a:latin typeface="TD Graphik Semilight" panose="020B0503030202060203" pitchFamily="34" charset="77"/>
                          <a:ea typeface="+mn-ea"/>
                          <a:cs typeface="Arial" panose="020B0604020202020204" pitchFamily="34" charset="0"/>
                        </a:rPr>
                        <a:t>(per active/month)</a:t>
                      </a:r>
                    </a:p>
                  </a:txBody>
                  <a:tcPr marL="144000" marR="144000" marT="85000" marB="85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lnSpc>
                          <a:spcPct val="95000"/>
                        </a:lnSpc>
                      </a:pPr>
                      <a:r>
                        <a:rPr lang="en-US" sz="1600" b="0" i="0" u="none" strike="noStrike" dirty="0">
                          <a:solidFill>
                            <a:srgbClr val="1C1C1C"/>
                          </a:solidFill>
                          <a:effectLst/>
                          <a:latin typeface="TD Graphik Semilight" panose="020B0503030202060203" pitchFamily="34" charset="77"/>
                          <a:cs typeface="Arial" panose="020B0604020202020204" pitchFamily="34" charset="0"/>
                        </a:rPr>
                        <a:t>$726.99</a:t>
                      </a:r>
                    </a:p>
                  </a:txBody>
                  <a:tcPr marL="144000" marR="144000" marT="85000" marB="85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lnSpc>
                          <a:spcPct val="95000"/>
                        </a:lnSpc>
                      </a:pPr>
                      <a:r>
                        <a:rPr lang="en-US" sz="1600" b="0" i="0" u="none" strike="noStrike" dirty="0">
                          <a:solidFill>
                            <a:srgbClr val="1C1C1C"/>
                          </a:solidFill>
                          <a:effectLst/>
                          <a:latin typeface="TD Graphik Semilight" panose="020B0503030202060203" pitchFamily="34" charset="77"/>
                          <a:cs typeface="Arial" panose="020B0604020202020204" pitchFamily="34" charset="0"/>
                        </a:rPr>
                        <a:t>$1751.64</a:t>
                      </a:r>
                    </a:p>
                  </a:txBody>
                  <a:tcPr marL="144000" marR="144000" marT="85000" marB="85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3363396"/>
                  </a:ext>
                </a:extLst>
              </a:tr>
            </a:tbl>
          </a:graphicData>
        </a:graphic>
      </p:graphicFrame>
      <p:sp>
        <p:nvSpPr>
          <p:cNvPr id="13" name="Rectangle: Rounded Corners 12">
            <a:extLst>
              <a:ext uri="{FF2B5EF4-FFF2-40B4-BE49-F238E27FC236}">
                <a16:creationId xmlns:a16="http://schemas.microsoft.com/office/drawing/2014/main" id="{4B2D55D5-67AE-C3A4-ED03-11A05D14BB31}"/>
              </a:ext>
            </a:extLst>
          </p:cNvPr>
          <p:cNvSpPr/>
          <p:nvPr/>
        </p:nvSpPr>
        <p:spPr>
          <a:xfrm>
            <a:off x="1091185" y="1748211"/>
            <a:ext cx="1856785" cy="1016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TD Graphik Bold" panose="020B0503030202060203" pitchFamily="34" charset="0"/>
              </a:rPr>
              <a:t>2.4x</a:t>
            </a:r>
          </a:p>
          <a:p>
            <a:pPr algn="ctr"/>
            <a:r>
              <a:rPr lang="en-US" sz="1200" dirty="0">
                <a:latin typeface="TD Graphik Semibold" panose="020B0503030202060203" pitchFamily="34" charset="0"/>
              </a:rPr>
              <a:t>Premium user stay </a:t>
            </a:r>
          </a:p>
        </p:txBody>
      </p:sp>
      <p:sp>
        <p:nvSpPr>
          <p:cNvPr id="14" name="Rectangle: Rounded Corners 13">
            <a:extLst>
              <a:ext uri="{FF2B5EF4-FFF2-40B4-BE49-F238E27FC236}">
                <a16:creationId xmlns:a16="http://schemas.microsoft.com/office/drawing/2014/main" id="{82BD289F-743E-1558-AA39-FBA8A8A3DB85}"/>
              </a:ext>
            </a:extLst>
          </p:cNvPr>
          <p:cNvSpPr/>
          <p:nvPr/>
        </p:nvSpPr>
        <p:spPr>
          <a:xfrm>
            <a:off x="4239215" y="1748211"/>
            <a:ext cx="1856785" cy="1016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TD Graphik Bold" panose="020B0503030202060203" pitchFamily="34" charset="0"/>
              </a:rPr>
              <a:t>~42%</a:t>
            </a:r>
          </a:p>
          <a:p>
            <a:pPr algn="ctr"/>
            <a:r>
              <a:rPr lang="en-US" sz="1200" dirty="0">
                <a:latin typeface="TD Graphik Semibold" panose="020B0503030202060203" pitchFamily="34" charset="0"/>
              </a:rPr>
              <a:t>Redeem annually</a:t>
            </a:r>
          </a:p>
        </p:txBody>
      </p:sp>
      <p:pic>
        <p:nvPicPr>
          <p:cNvPr id="6" name="Picture 5">
            <a:extLst>
              <a:ext uri="{FF2B5EF4-FFF2-40B4-BE49-F238E27FC236}">
                <a16:creationId xmlns:a16="http://schemas.microsoft.com/office/drawing/2014/main" id="{795FB150-7B98-5689-9ADB-9FFE288A7655}"/>
              </a:ext>
            </a:extLst>
          </p:cNvPr>
          <p:cNvPicPr>
            <a:picLocks noChangeAspect="1"/>
          </p:cNvPicPr>
          <p:nvPr/>
        </p:nvPicPr>
        <p:blipFill>
          <a:blip r:embed="rId4"/>
          <a:stretch>
            <a:fillRect/>
          </a:stretch>
        </p:blipFill>
        <p:spPr>
          <a:xfrm>
            <a:off x="6649191" y="3272839"/>
            <a:ext cx="5200303" cy="3045147"/>
          </a:xfrm>
          <a:prstGeom prst="rect">
            <a:avLst/>
          </a:prstGeom>
        </p:spPr>
      </p:pic>
      <p:pic>
        <p:nvPicPr>
          <p:cNvPr id="7" name="Picture 6">
            <a:extLst>
              <a:ext uri="{FF2B5EF4-FFF2-40B4-BE49-F238E27FC236}">
                <a16:creationId xmlns:a16="http://schemas.microsoft.com/office/drawing/2014/main" id="{DFA37EC0-1B2E-19A1-3598-2807DF50D633}"/>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6469648" y="662243"/>
            <a:ext cx="807452" cy="261076"/>
          </a:xfrm>
          <a:prstGeom prst="rect">
            <a:avLst/>
          </a:prstGeom>
        </p:spPr>
      </p:pic>
      <p:sp>
        <p:nvSpPr>
          <p:cNvPr id="8" name="Footer">
            <a:extLst>
              <a:ext uri="{FF2B5EF4-FFF2-40B4-BE49-F238E27FC236}">
                <a16:creationId xmlns:a16="http://schemas.microsoft.com/office/drawing/2014/main" id="{D7DE8088-2F2C-5635-38D1-4F5F62A5E97C}"/>
              </a:ext>
            </a:extLst>
          </p:cNvPr>
          <p:cNvSpPr txBox="1">
            <a:spLocks/>
          </p:cNvSpPr>
          <p:nvPr/>
        </p:nvSpPr>
        <p:spPr>
          <a:xfrm>
            <a:off x="482975" y="6523833"/>
            <a:ext cx="2483235" cy="18466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rgbClr val="003F2D"/>
                </a:solidFill>
                <a:latin typeface="TD Graphik Semilight"/>
                <a:ea typeface="Urbanist"/>
                <a:cs typeface="Urbanist"/>
              </a:rPr>
              <a:t>Human &amp; Simple</a:t>
            </a:r>
            <a:r>
              <a:rPr lang="en-US" dirty="0"/>
              <a:t>	</a:t>
            </a:r>
          </a:p>
        </p:txBody>
      </p:sp>
    </p:spTree>
    <p:extLst>
      <p:ext uri="{BB962C8B-B14F-4D97-AF65-F5344CB8AC3E}">
        <p14:creationId xmlns:p14="http://schemas.microsoft.com/office/powerpoint/2010/main" val="2906084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BA148-D1A8-4080-7374-46CE02E425F4}"/>
            </a:ext>
          </a:extLst>
        </p:cNvPr>
        <p:cNvGrpSpPr/>
        <p:nvPr/>
      </p:nvGrpSpPr>
      <p:grpSpPr>
        <a:xfrm>
          <a:off x="0" y="0"/>
          <a:ext cx="0" cy="0"/>
          <a:chOff x="0" y="0"/>
          <a:chExt cx="0" cy="0"/>
        </a:xfrm>
      </p:grpSpPr>
      <p:sp>
        <p:nvSpPr>
          <p:cNvPr id="7" name="Grey rectangle">
            <a:extLst>
              <a:ext uri="{FF2B5EF4-FFF2-40B4-BE49-F238E27FC236}">
                <a16:creationId xmlns:a16="http://schemas.microsoft.com/office/drawing/2014/main" id="{8F512D8F-FD3A-C8F7-AD59-C342F1C47281}"/>
              </a:ext>
              <a:ext uri="{C183D7F6-B498-43B3-948B-1728B52AA6E4}">
                <adec:decorative xmlns:adec="http://schemas.microsoft.com/office/drawing/2017/decorative" val="1"/>
              </a:ext>
            </a:extLst>
          </p:cNvPr>
          <p:cNvSpPr/>
          <p:nvPr/>
        </p:nvSpPr>
        <p:spPr>
          <a:xfrm>
            <a:off x="544390" y="1061620"/>
            <a:ext cx="10799550" cy="263368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lide title">
            <a:extLst>
              <a:ext uri="{FF2B5EF4-FFF2-40B4-BE49-F238E27FC236}">
                <a16:creationId xmlns:a16="http://schemas.microsoft.com/office/drawing/2014/main" id="{540E762C-06C4-1740-B7D0-74B565B50C9E}"/>
              </a:ext>
            </a:extLst>
          </p:cNvPr>
          <p:cNvSpPr>
            <a:spLocks noGrp="1"/>
          </p:cNvSpPr>
          <p:nvPr>
            <p:ph type="ctrTitle"/>
          </p:nvPr>
        </p:nvSpPr>
        <p:spPr>
          <a:xfrm>
            <a:off x="544390" y="241834"/>
            <a:ext cx="10799550" cy="358041"/>
          </a:xfrm>
        </p:spPr>
        <p:txBody>
          <a:bodyPr vert="horz" lIns="0" tIns="0" rIns="0" bIns="36000" rtlCol="0" anchor="t" anchorCtr="0">
            <a:noAutofit/>
          </a:bodyPr>
          <a:lstStyle/>
          <a:p>
            <a:r>
              <a:rPr lang="en-US" sz="2700" dirty="0">
                <a:solidFill>
                  <a:srgbClr val="003F2D"/>
                </a:solidFill>
                <a:latin typeface="TD Graphik Bold" panose="020B0503030202060203"/>
                <a:ea typeface="Urbanist"/>
                <a:cs typeface="Urbanist"/>
              </a:rPr>
              <a:t>Small improvements in engagement at TD's scale translate into tens of millions in value</a:t>
            </a:r>
          </a:p>
        </p:txBody>
      </p:sp>
      <p:sp>
        <p:nvSpPr>
          <p:cNvPr id="14" name="Stat 1">
            <a:extLst>
              <a:ext uri="{FF2B5EF4-FFF2-40B4-BE49-F238E27FC236}">
                <a16:creationId xmlns:a16="http://schemas.microsoft.com/office/drawing/2014/main" id="{B025E1E5-E016-9B9D-B8D3-18DECFD054C6}"/>
              </a:ext>
            </a:extLst>
          </p:cNvPr>
          <p:cNvSpPr txBox="1">
            <a:spLocks/>
          </p:cNvSpPr>
          <p:nvPr/>
        </p:nvSpPr>
        <p:spPr>
          <a:xfrm>
            <a:off x="1248752" y="2332818"/>
            <a:ext cx="1889760" cy="636798"/>
          </a:xfrm>
          <a:prstGeom prst="rect">
            <a:avLst/>
          </a:prstGeom>
          <a:noFill/>
        </p:spPr>
        <p:txBody>
          <a:bodyPr vert="horz" wrap="square" lIns="0" tIns="0" rIns="0" bIns="0" rtlCol="0" anchor="t" anchorCtr="0">
            <a:noAutofit/>
          </a:bodyPr>
          <a:lstStyle>
            <a:lvl1pPr algn="l" defTabSz="914400" rtl="0" eaLnBrk="1" latinLnBrk="0" hangingPunct="1">
              <a:lnSpc>
                <a:spcPct val="90000"/>
              </a:lnSpc>
              <a:spcBef>
                <a:spcPct val="0"/>
              </a:spcBef>
              <a:buNone/>
              <a:defRPr sz="30000" b="1" i="0" kern="1200">
                <a:solidFill>
                  <a:srgbClr val="1A5336"/>
                </a:solidFill>
                <a:latin typeface="TD Graphik Semibold" panose="020B0503030202060203" pitchFamily="34" charset="77"/>
                <a:ea typeface="+mj-ea"/>
                <a:cs typeface="+mj-cs"/>
              </a:defRPr>
            </a:lvl1pPr>
          </a:lstStyle>
          <a:p>
            <a:pPr algn="ctr"/>
            <a:r>
              <a:rPr lang="en-CA" sz="1800" dirty="0"/>
              <a:t>+20K-25K</a:t>
            </a:r>
          </a:p>
          <a:p>
            <a:pPr algn="ctr"/>
            <a:endParaRPr lang="en-CA" sz="3600" baseline="30000" dirty="0"/>
          </a:p>
          <a:p>
            <a:pPr algn="ctr"/>
            <a:r>
              <a:rPr lang="en-CA" sz="2400" baseline="30000" dirty="0">
                <a:latin typeface="TD Graphik Regular" panose="020B0503030202060203" pitchFamily="34" charset="0"/>
              </a:rPr>
              <a:t>New Monthly Cash Back Users Migrated</a:t>
            </a:r>
            <a:endParaRPr lang="en-US" sz="2400" baseline="30000" dirty="0">
              <a:latin typeface="TD Graphik Regular" panose="020B0503030202060203" pitchFamily="34" charset="0"/>
            </a:endParaRPr>
          </a:p>
        </p:txBody>
      </p:sp>
      <p:sp>
        <p:nvSpPr>
          <p:cNvPr id="15" name="Stat 2">
            <a:extLst>
              <a:ext uri="{FF2B5EF4-FFF2-40B4-BE49-F238E27FC236}">
                <a16:creationId xmlns:a16="http://schemas.microsoft.com/office/drawing/2014/main" id="{1D0FDDBC-878E-772C-BEAD-C62C65AAC7DD}"/>
              </a:ext>
            </a:extLst>
          </p:cNvPr>
          <p:cNvSpPr txBox="1">
            <a:spLocks/>
          </p:cNvSpPr>
          <p:nvPr/>
        </p:nvSpPr>
        <p:spPr>
          <a:xfrm>
            <a:off x="3873594" y="2337027"/>
            <a:ext cx="1920240" cy="1544550"/>
          </a:xfrm>
          <a:prstGeom prst="rect">
            <a:avLst/>
          </a:prstGeom>
          <a:noFill/>
        </p:spPr>
        <p:txBody>
          <a:bodyPr vert="horz" wrap="square" lIns="0" tIns="0" rIns="0" bIns="0" rtlCol="0" anchor="t" anchorCtr="0">
            <a:noAutofit/>
          </a:bodyPr>
          <a:lstStyle>
            <a:lvl1pPr algn="l" defTabSz="914400" rtl="0" eaLnBrk="1" latinLnBrk="0" hangingPunct="1">
              <a:lnSpc>
                <a:spcPct val="90000"/>
              </a:lnSpc>
              <a:spcBef>
                <a:spcPct val="0"/>
              </a:spcBef>
              <a:buNone/>
              <a:defRPr sz="30000" b="1" i="0" kern="1200">
                <a:solidFill>
                  <a:srgbClr val="1A5336"/>
                </a:solidFill>
                <a:latin typeface="TD Graphik Semibold" panose="020B0503030202060203" pitchFamily="34" charset="77"/>
                <a:ea typeface="+mj-ea"/>
                <a:cs typeface="+mj-cs"/>
              </a:defRPr>
            </a:lvl1pPr>
          </a:lstStyle>
          <a:p>
            <a:pPr algn="ctr"/>
            <a:r>
              <a:rPr lang="en-CA" sz="1800" dirty="0"/>
              <a:t>+~$1.68B</a:t>
            </a:r>
          </a:p>
          <a:p>
            <a:pPr algn="ctr"/>
            <a:endParaRPr lang="en-CA" sz="2400" dirty="0">
              <a:latin typeface="TD Graphik Regular" panose="020B0503030202060203" pitchFamily="34" charset="0"/>
            </a:endParaRPr>
          </a:p>
          <a:p>
            <a:pPr algn="ctr"/>
            <a:r>
              <a:rPr lang="en-CA" sz="2400" baseline="30000" dirty="0">
                <a:latin typeface="TD Graphik Regular" panose="020B0503030202060203" pitchFamily="34" charset="0"/>
              </a:rPr>
              <a:t>Incremental Annual Spend</a:t>
            </a:r>
          </a:p>
        </p:txBody>
      </p:sp>
      <p:sp>
        <p:nvSpPr>
          <p:cNvPr id="16" name="Stat 3">
            <a:extLst>
              <a:ext uri="{FF2B5EF4-FFF2-40B4-BE49-F238E27FC236}">
                <a16:creationId xmlns:a16="http://schemas.microsoft.com/office/drawing/2014/main" id="{4C2F7204-A1A6-A3C2-0820-F75528339CE4}"/>
              </a:ext>
            </a:extLst>
          </p:cNvPr>
          <p:cNvSpPr txBox="1">
            <a:spLocks/>
          </p:cNvSpPr>
          <p:nvPr/>
        </p:nvSpPr>
        <p:spPr>
          <a:xfrm>
            <a:off x="9070200" y="2332818"/>
            <a:ext cx="1894378" cy="633542"/>
          </a:xfrm>
          <a:prstGeom prst="rect">
            <a:avLst/>
          </a:prstGeom>
          <a:noFill/>
        </p:spPr>
        <p:txBody>
          <a:bodyPr vert="horz" wrap="square" lIns="0" tIns="0" rIns="0" bIns="0" rtlCol="0" anchor="t" anchorCtr="0">
            <a:noAutofit/>
          </a:bodyPr>
          <a:lstStyle>
            <a:lvl1pPr algn="l" defTabSz="914400" rtl="0" eaLnBrk="1" latinLnBrk="0" hangingPunct="1">
              <a:lnSpc>
                <a:spcPct val="90000"/>
              </a:lnSpc>
              <a:spcBef>
                <a:spcPct val="0"/>
              </a:spcBef>
              <a:buNone/>
              <a:defRPr sz="30000" b="1" i="0" kern="1200">
                <a:solidFill>
                  <a:srgbClr val="1A5336"/>
                </a:solidFill>
                <a:latin typeface="TD Graphik Semibold" panose="020B0503030202060203" pitchFamily="34" charset="77"/>
                <a:ea typeface="+mj-ea"/>
                <a:cs typeface="+mj-cs"/>
              </a:defRPr>
            </a:lvl1pPr>
          </a:lstStyle>
          <a:p>
            <a:pPr algn="ctr"/>
            <a:r>
              <a:rPr lang="en-CA" sz="1800" dirty="0"/>
              <a:t>+~15.7M</a:t>
            </a:r>
          </a:p>
          <a:p>
            <a:pPr algn="ctr"/>
            <a:endParaRPr lang="en-US" sz="2400" baseline="30000" dirty="0"/>
          </a:p>
          <a:p>
            <a:pPr algn="ctr"/>
            <a:r>
              <a:rPr lang="en-US" sz="2400" baseline="30000" dirty="0">
                <a:latin typeface="TD Graphik Regular" panose="020B0503030202060203" pitchFamily="34" charset="0"/>
              </a:rPr>
              <a:t>Yearly Additional Engagement Actions</a:t>
            </a:r>
            <a:endParaRPr lang="en-CA" sz="2400" baseline="30000" dirty="0">
              <a:latin typeface="TD Graphik Regular" panose="020B0503030202060203" pitchFamily="34" charset="0"/>
            </a:endParaRPr>
          </a:p>
        </p:txBody>
      </p:sp>
      <p:pic>
        <p:nvPicPr>
          <p:cNvPr id="4" name="Graphic 3" descr="Users with solid fill">
            <a:extLst>
              <a:ext uri="{FF2B5EF4-FFF2-40B4-BE49-F238E27FC236}">
                <a16:creationId xmlns:a16="http://schemas.microsoft.com/office/drawing/2014/main" id="{ED392DE9-AF9D-1F6F-1C3F-F68BB09C4F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28983" y="1061620"/>
            <a:ext cx="1275407" cy="1275407"/>
          </a:xfrm>
          <a:prstGeom prst="rect">
            <a:avLst/>
          </a:prstGeom>
        </p:spPr>
      </p:pic>
      <p:pic>
        <p:nvPicPr>
          <p:cNvPr id="18" name="Graphic 17" descr="Money outline">
            <a:extLst>
              <a:ext uri="{FF2B5EF4-FFF2-40B4-BE49-F238E27FC236}">
                <a16:creationId xmlns:a16="http://schemas.microsoft.com/office/drawing/2014/main" id="{4BDC9B26-B159-DAD9-651A-DB63B9FD299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8800" y="1256580"/>
            <a:ext cx="914400" cy="914400"/>
          </a:xfrm>
          <a:prstGeom prst="rect">
            <a:avLst/>
          </a:prstGeom>
        </p:spPr>
      </p:pic>
      <p:pic>
        <p:nvPicPr>
          <p:cNvPr id="21" name="Graphic 20" descr="Bar graph with upward trend with solid fill">
            <a:extLst>
              <a:ext uri="{FF2B5EF4-FFF2-40B4-BE49-F238E27FC236}">
                <a16:creationId xmlns:a16="http://schemas.microsoft.com/office/drawing/2014/main" id="{706D6A83-233A-211A-1BED-56A55625ACF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560189" y="1256580"/>
            <a:ext cx="914400" cy="914400"/>
          </a:xfrm>
          <a:prstGeom prst="rect">
            <a:avLst/>
          </a:prstGeom>
        </p:spPr>
      </p:pic>
      <p:sp>
        <p:nvSpPr>
          <p:cNvPr id="3" name="Stat 2">
            <a:extLst>
              <a:ext uri="{FF2B5EF4-FFF2-40B4-BE49-F238E27FC236}">
                <a16:creationId xmlns:a16="http://schemas.microsoft.com/office/drawing/2014/main" id="{69CA3ED7-054F-9340-DE67-465818DF0B69}"/>
              </a:ext>
            </a:extLst>
          </p:cNvPr>
          <p:cNvSpPr txBox="1">
            <a:spLocks/>
          </p:cNvSpPr>
          <p:nvPr/>
        </p:nvSpPr>
        <p:spPr>
          <a:xfrm>
            <a:off x="6414878" y="2332818"/>
            <a:ext cx="1920240" cy="1544550"/>
          </a:xfrm>
          <a:prstGeom prst="rect">
            <a:avLst/>
          </a:prstGeom>
          <a:noFill/>
        </p:spPr>
        <p:txBody>
          <a:bodyPr vert="horz" wrap="square" lIns="0" tIns="0" rIns="0" bIns="0" rtlCol="0" anchor="t" anchorCtr="0">
            <a:noAutofit/>
          </a:bodyPr>
          <a:lstStyle>
            <a:lvl1pPr algn="l" defTabSz="914400" rtl="0" eaLnBrk="1" latinLnBrk="0" hangingPunct="1">
              <a:lnSpc>
                <a:spcPct val="90000"/>
              </a:lnSpc>
              <a:spcBef>
                <a:spcPct val="0"/>
              </a:spcBef>
              <a:buNone/>
              <a:defRPr sz="30000" b="1" i="0" kern="1200">
                <a:solidFill>
                  <a:srgbClr val="1A5336"/>
                </a:solidFill>
                <a:latin typeface="TD Graphik Semibold" panose="020B0503030202060203" pitchFamily="34" charset="77"/>
                <a:ea typeface="+mj-ea"/>
                <a:cs typeface="+mj-cs"/>
              </a:defRPr>
            </a:lvl1pPr>
          </a:lstStyle>
          <a:p>
            <a:pPr algn="ctr"/>
            <a:r>
              <a:rPr lang="en-CA" sz="1800" dirty="0"/>
              <a:t>+~$33.5M</a:t>
            </a:r>
          </a:p>
          <a:p>
            <a:pPr algn="ctr"/>
            <a:endParaRPr lang="en-CA" sz="2400" dirty="0">
              <a:latin typeface="TD Graphik Regular" panose="020B0503030202060203" pitchFamily="34" charset="0"/>
            </a:endParaRPr>
          </a:p>
          <a:p>
            <a:pPr algn="ctr"/>
            <a:r>
              <a:rPr lang="en-CA" sz="2400" baseline="30000" dirty="0">
                <a:latin typeface="TD Graphik Regular" panose="020B0503030202060203" pitchFamily="34" charset="0"/>
              </a:rPr>
              <a:t>Additional Annual Revenue</a:t>
            </a:r>
          </a:p>
        </p:txBody>
      </p:sp>
      <p:graphicFrame>
        <p:nvGraphicFramePr>
          <p:cNvPr id="5" name="Table 4">
            <a:extLst>
              <a:ext uri="{FF2B5EF4-FFF2-40B4-BE49-F238E27FC236}">
                <a16:creationId xmlns:a16="http://schemas.microsoft.com/office/drawing/2014/main" id="{E64E25A4-CE6C-BB6C-2325-2CE8CEB542CB}"/>
              </a:ext>
            </a:extLst>
          </p:cNvPr>
          <p:cNvGraphicFramePr>
            <a:graphicFrameLocks noGrp="1"/>
          </p:cNvGraphicFramePr>
          <p:nvPr>
            <p:extLst>
              <p:ext uri="{D42A27DB-BD31-4B8C-83A1-F6EECF244321}">
                <p14:modId xmlns:p14="http://schemas.microsoft.com/office/powerpoint/2010/main" val="939737840"/>
              </p:ext>
            </p:extLst>
          </p:nvPr>
        </p:nvGraphicFramePr>
        <p:xfrm>
          <a:off x="544390" y="3937152"/>
          <a:ext cx="10799550" cy="2510782"/>
        </p:xfrm>
        <a:graphic>
          <a:graphicData uri="http://schemas.openxmlformats.org/drawingml/2006/table">
            <a:tbl>
              <a:tblPr firstRow="1" bandRow="1">
                <a:tableStyleId>{5C22544A-7EE6-4342-B048-85BDC9FD1C3A}</a:tableStyleId>
              </a:tblPr>
              <a:tblGrid>
                <a:gridCol w="3599850">
                  <a:extLst>
                    <a:ext uri="{9D8B030D-6E8A-4147-A177-3AD203B41FA5}">
                      <a16:colId xmlns:a16="http://schemas.microsoft.com/office/drawing/2014/main" val="3585143307"/>
                    </a:ext>
                  </a:extLst>
                </a:gridCol>
                <a:gridCol w="3599850">
                  <a:extLst>
                    <a:ext uri="{9D8B030D-6E8A-4147-A177-3AD203B41FA5}">
                      <a16:colId xmlns:a16="http://schemas.microsoft.com/office/drawing/2014/main" val="4218294702"/>
                    </a:ext>
                  </a:extLst>
                </a:gridCol>
                <a:gridCol w="3599850">
                  <a:extLst>
                    <a:ext uri="{9D8B030D-6E8A-4147-A177-3AD203B41FA5}">
                      <a16:colId xmlns:a16="http://schemas.microsoft.com/office/drawing/2014/main" val="1226251979"/>
                    </a:ext>
                  </a:extLst>
                </a:gridCol>
              </a:tblGrid>
              <a:tr h="251078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8071400"/>
                  </a:ext>
                </a:extLst>
              </a:tr>
            </a:tbl>
          </a:graphicData>
        </a:graphic>
      </p:graphicFrame>
      <p:pic>
        <p:nvPicPr>
          <p:cNvPr id="11" name="Picture 10">
            <a:extLst>
              <a:ext uri="{FF2B5EF4-FFF2-40B4-BE49-F238E27FC236}">
                <a16:creationId xmlns:a16="http://schemas.microsoft.com/office/drawing/2014/main" id="{9F75DA6D-C32D-409E-1D7A-1B1A4B82E07B}"/>
              </a:ext>
            </a:extLst>
          </p:cNvPr>
          <p:cNvPicPr>
            <a:picLocks noChangeAspect="1"/>
          </p:cNvPicPr>
          <p:nvPr/>
        </p:nvPicPr>
        <p:blipFill>
          <a:blip r:embed="rId6"/>
          <a:stretch>
            <a:fillRect/>
          </a:stretch>
        </p:blipFill>
        <p:spPr>
          <a:xfrm>
            <a:off x="544390" y="3937152"/>
            <a:ext cx="3570410" cy="2510782"/>
          </a:xfrm>
          <a:prstGeom prst="rect">
            <a:avLst/>
          </a:prstGeom>
        </p:spPr>
      </p:pic>
      <p:pic>
        <p:nvPicPr>
          <p:cNvPr id="13" name="Picture 12">
            <a:extLst>
              <a:ext uri="{FF2B5EF4-FFF2-40B4-BE49-F238E27FC236}">
                <a16:creationId xmlns:a16="http://schemas.microsoft.com/office/drawing/2014/main" id="{9881EAFF-52F9-E5F4-291B-5EA92CE57824}"/>
              </a:ext>
            </a:extLst>
          </p:cNvPr>
          <p:cNvPicPr>
            <a:picLocks noChangeAspect="1"/>
          </p:cNvPicPr>
          <p:nvPr/>
        </p:nvPicPr>
        <p:blipFill>
          <a:blip r:embed="rId7"/>
          <a:stretch>
            <a:fillRect/>
          </a:stretch>
        </p:blipFill>
        <p:spPr>
          <a:xfrm>
            <a:off x="4164330" y="3950288"/>
            <a:ext cx="3570410" cy="2497646"/>
          </a:xfrm>
          <a:prstGeom prst="rect">
            <a:avLst/>
          </a:prstGeom>
        </p:spPr>
      </p:pic>
      <p:pic>
        <p:nvPicPr>
          <p:cNvPr id="20" name="Picture 19">
            <a:extLst>
              <a:ext uri="{FF2B5EF4-FFF2-40B4-BE49-F238E27FC236}">
                <a16:creationId xmlns:a16="http://schemas.microsoft.com/office/drawing/2014/main" id="{F30194F7-FFA8-6C93-EF6B-D1B74ED9BEDC}"/>
              </a:ext>
            </a:extLst>
          </p:cNvPr>
          <p:cNvPicPr>
            <a:picLocks noChangeAspect="1"/>
          </p:cNvPicPr>
          <p:nvPr/>
        </p:nvPicPr>
        <p:blipFill>
          <a:blip r:embed="rId8"/>
          <a:stretch>
            <a:fillRect/>
          </a:stretch>
        </p:blipFill>
        <p:spPr>
          <a:xfrm>
            <a:off x="7773530" y="3998957"/>
            <a:ext cx="3570410" cy="2356124"/>
          </a:xfrm>
          <a:prstGeom prst="rect">
            <a:avLst/>
          </a:prstGeom>
        </p:spPr>
      </p:pic>
      <p:sp>
        <p:nvSpPr>
          <p:cNvPr id="22" name="TextBox 21">
            <a:extLst>
              <a:ext uri="{FF2B5EF4-FFF2-40B4-BE49-F238E27FC236}">
                <a16:creationId xmlns:a16="http://schemas.microsoft.com/office/drawing/2014/main" id="{B3B7A2D7-E8D8-660D-5705-F5193C55F7A4}"/>
              </a:ext>
            </a:extLst>
          </p:cNvPr>
          <p:cNvSpPr txBox="1"/>
          <p:nvPr/>
        </p:nvSpPr>
        <p:spPr>
          <a:xfrm>
            <a:off x="482975" y="6404765"/>
            <a:ext cx="938077" cy="246221"/>
          </a:xfrm>
          <a:prstGeom prst="rect">
            <a:avLst/>
          </a:prstGeom>
          <a:noFill/>
        </p:spPr>
        <p:txBody>
          <a:bodyPr wrap="none" rtlCol="0">
            <a:spAutoFit/>
          </a:bodyPr>
          <a:lstStyle/>
          <a:p>
            <a:r>
              <a:rPr lang="en-US" sz="1000" dirty="0">
                <a:latin typeface="TD Graphik Regular" panose="020B0503030202060203" pitchFamily="34" charset="0"/>
                <a:hlinkClick r:id="rId9"/>
              </a:rPr>
              <a:t>Data Source</a:t>
            </a:r>
            <a:endParaRPr lang="en-US" sz="1000" dirty="0">
              <a:latin typeface="TD Graphik Regular" panose="020B0503030202060203" pitchFamily="34" charset="0"/>
            </a:endParaRPr>
          </a:p>
        </p:txBody>
      </p:sp>
      <p:sp>
        <p:nvSpPr>
          <p:cNvPr id="2" name="Footer">
            <a:extLst>
              <a:ext uri="{FF2B5EF4-FFF2-40B4-BE49-F238E27FC236}">
                <a16:creationId xmlns:a16="http://schemas.microsoft.com/office/drawing/2014/main" id="{C1B1A1C2-5336-B230-AE5E-0E672F830C8A}"/>
              </a:ext>
            </a:extLst>
          </p:cNvPr>
          <p:cNvSpPr txBox="1">
            <a:spLocks/>
          </p:cNvSpPr>
          <p:nvPr/>
        </p:nvSpPr>
        <p:spPr>
          <a:xfrm>
            <a:off x="482975" y="6523833"/>
            <a:ext cx="2483235" cy="18466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rgbClr val="003F2D"/>
                </a:solidFill>
                <a:latin typeface="TD Graphik Semilight"/>
                <a:ea typeface="Urbanist"/>
                <a:cs typeface="Urbanist"/>
              </a:rPr>
              <a:t>Human &amp; Simple</a:t>
            </a:r>
            <a:r>
              <a:rPr lang="en-US" dirty="0"/>
              <a:t>	</a:t>
            </a:r>
          </a:p>
        </p:txBody>
      </p:sp>
    </p:spTree>
    <p:extLst>
      <p:ext uri="{BB962C8B-B14F-4D97-AF65-F5344CB8AC3E}">
        <p14:creationId xmlns:p14="http://schemas.microsoft.com/office/powerpoint/2010/main" val="613003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53990-21B9-2947-B93F-AF948A4C809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05CC428-322A-DAA7-5B29-200E9E92CF0B}"/>
              </a:ext>
            </a:extLst>
          </p:cNvPr>
          <p:cNvPicPr>
            <a:picLocks noChangeAspect="1"/>
          </p:cNvPicPr>
          <p:nvPr/>
        </p:nvPicPr>
        <p:blipFill>
          <a:blip r:embed="rId3"/>
          <a:srcRect/>
          <a:stretch/>
        </p:blipFill>
        <p:spPr>
          <a:xfrm>
            <a:off x="8776115" y="187701"/>
            <a:ext cx="2043185" cy="1149292"/>
          </a:xfrm>
          <a:prstGeom prst="rect">
            <a:avLst/>
          </a:prstGeom>
        </p:spPr>
      </p:pic>
      <p:sp>
        <p:nvSpPr>
          <p:cNvPr id="3" name="Title 2">
            <a:extLst>
              <a:ext uri="{FF2B5EF4-FFF2-40B4-BE49-F238E27FC236}">
                <a16:creationId xmlns:a16="http://schemas.microsoft.com/office/drawing/2014/main" id="{5FD1CEB3-AC59-D094-130A-946C0736C969}"/>
              </a:ext>
            </a:extLst>
          </p:cNvPr>
          <p:cNvSpPr>
            <a:spLocks noGrp="1"/>
          </p:cNvSpPr>
          <p:nvPr>
            <p:ph type="ctrTitle"/>
          </p:nvPr>
        </p:nvSpPr>
        <p:spPr>
          <a:xfrm>
            <a:off x="701224" y="375122"/>
            <a:ext cx="9930752" cy="358041"/>
          </a:xfrm>
        </p:spPr>
        <p:txBody>
          <a:bodyPr/>
          <a:lstStyle/>
          <a:p>
            <a:r>
              <a:rPr lang="en-US" sz="2700" dirty="0">
                <a:solidFill>
                  <a:srgbClr val="003F2D"/>
                </a:solidFill>
                <a:latin typeface="TD Graphik Bold" panose="020B0503030202060203"/>
                <a:ea typeface="Urbanist"/>
                <a:cs typeface="Urbanist"/>
              </a:rPr>
              <a:t>Human &amp; Simple</a:t>
            </a:r>
            <a:br>
              <a:rPr lang="en-US" dirty="0"/>
            </a:br>
            <a:r>
              <a:rPr lang="en-US" sz="1600" b="0" dirty="0">
                <a:solidFill>
                  <a:schemeClr val="tx1"/>
                </a:solidFill>
                <a:latin typeface="TD Graphik Regular" panose="020B0503030202060203" pitchFamily="34" charset="0"/>
              </a:rPr>
              <a:t>Kevin Hau, Ning Zhao, Hai Nguyen, Linda Savoia,  Bhoomi Patel, Anthony D'Costa</a:t>
            </a:r>
          </a:p>
        </p:txBody>
      </p:sp>
      <p:sp>
        <p:nvSpPr>
          <p:cNvPr id="8" name="Google Shape;91;p15">
            <a:extLst>
              <a:ext uri="{FF2B5EF4-FFF2-40B4-BE49-F238E27FC236}">
                <a16:creationId xmlns:a16="http://schemas.microsoft.com/office/drawing/2014/main" id="{DE197961-B47F-6285-1ED1-6F9BBE8B8328}"/>
              </a:ext>
            </a:extLst>
          </p:cNvPr>
          <p:cNvSpPr txBox="1"/>
          <p:nvPr/>
        </p:nvSpPr>
        <p:spPr>
          <a:xfrm>
            <a:off x="2978518" y="1251524"/>
            <a:ext cx="8151502" cy="358041"/>
          </a:xfrm>
          <a:prstGeom prst="rect">
            <a:avLst/>
          </a:prstGeom>
          <a:noFill/>
          <a:ln>
            <a:solidFill>
              <a:schemeClr val="accent1"/>
            </a:solidFill>
          </a:ln>
        </p:spPr>
        <p:txBody>
          <a:bodyPr spcFirstLastPara="1" wrap="square" lIns="91425" tIns="91425" rIns="91425" bIns="91425" anchor="ctr" anchorCtr="0">
            <a:noAutofit/>
          </a:bodyPr>
          <a:lstStyle/>
          <a:p>
            <a:pPr>
              <a:defRPr/>
            </a:pPr>
            <a:r>
              <a:rPr lang="en-US" sz="1400" b="1" dirty="0">
                <a:solidFill>
                  <a:srgbClr val="003F2D"/>
                </a:solidFill>
                <a:latin typeface="TD Graphik Bold" panose="020B0503030202060203"/>
                <a:ea typeface="Poppins"/>
                <a:cs typeface="Poppins" panose="00000500000000000000" pitchFamily="2" charset="0"/>
                <a:sym typeface="Poppins"/>
              </a:rPr>
              <a:t>TD Premium Migration and Personalized Loyalty Engine </a:t>
            </a:r>
            <a:endParaRPr lang="en-US" sz="1400" dirty="0">
              <a:latin typeface="TD Graphik Bold" panose="020B0503030202060203"/>
              <a:cs typeface="Poppins" panose="00000500000000000000" pitchFamily="2" charset="0"/>
            </a:endParaRPr>
          </a:p>
        </p:txBody>
      </p:sp>
      <p:sp>
        <p:nvSpPr>
          <p:cNvPr id="9" name="Google Shape;107;p15">
            <a:extLst>
              <a:ext uri="{FF2B5EF4-FFF2-40B4-BE49-F238E27FC236}">
                <a16:creationId xmlns:a16="http://schemas.microsoft.com/office/drawing/2014/main" id="{27CCB7C8-7BE0-0458-86B4-B5DBD89D2F92}"/>
              </a:ext>
            </a:extLst>
          </p:cNvPr>
          <p:cNvSpPr/>
          <p:nvPr/>
        </p:nvSpPr>
        <p:spPr>
          <a:xfrm>
            <a:off x="701225" y="1251524"/>
            <a:ext cx="2150833" cy="358041"/>
          </a:xfrm>
          <a:prstGeom prst="rect">
            <a:avLst/>
          </a:prstGeom>
          <a:solidFill>
            <a:srgbClr val="038203"/>
          </a:solidFill>
          <a:ln>
            <a:solidFill>
              <a:schemeClr val="tx2"/>
            </a:solidFill>
          </a:ln>
        </p:spPr>
        <p:txBody>
          <a:bodyPr spcFirstLastPara="1" wrap="square" lIns="91425" tIns="45700" rIns="91425" bIns="4570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1200"/>
              <a:buFontTx/>
              <a:buNone/>
              <a:tabLst/>
              <a:defRPr/>
            </a:pPr>
            <a:r>
              <a:rPr kumimoji="0" lang="en-CA" sz="1600" b="0" i="0" u="none" strike="noStrike" kern="1200" cap="none" spc="0" normalizeH="0" baseline="0" noProof="0" dirty="0">
                <a:ln>
                  <a:noFill/>
                </a:ln>
                <a:solidFill>
                  <a:srgbClr val="FFFFFF"/>
                </a:solidFill>
                <a:effectLst/>
                <a:uLnTx/>
                <a:uFillTx/>
                <a:latin typeface="TD Graphik Semibold"/>
                <a:ea typeface="+mn-ea"/>
                <a:cs typeface="+mn-cs"/>
              </a:rPr>
              <a:t>Solution Title</a:t>
            </a:r>
            <a:endParaRPr kumimoji="0" lang="en-US" sz="1600" b="0" i="0" u="none" strike="noStrike" kern="1200" cap="none" spc="0" normalizeH="0" baseline="0" noProof="0" dirty="0">
              <a:ln>
                <a:noFill/>
              </a:ln>
              <a:solidFill>
                <a:srgbClr val="FFFF00"/>
              </a:solidFill>
              <a:effectLst/>
              <a:uLnTx/>
              <a:uFillTx/>
              <a:latin typeface="TD Graphik Semibold" panose="020B0503030202060203" pitchFamily="34" charset="0"/>
              <a:ea typeface="+mn-ea"/>
              <a:cs typeface="+mn-cs"/>
            </a:endParaRPr>
          </a:p>
        </p:txBody>
      </p:sp>
      <p:sp>
        <p:nvSpPr>
          <p:cNvPr id="12" name="Google Shape;91;p15">
            <a:extLst>
              <a:ext uri="{FF2B5EF4-FFF2-40B4-BE49-F238E27FC236}">
                <a16:creationId xmlns:a16="http://schemas.microsoft.com/office/drawing/2014/main" id="{229A6188-4325-87F8-FFA1-44A7EE8ADD07}"/>
              </a:ext>
            </a:extLst>
          </p:cNvPr>
          <p:cNvSpPr txBox="1"/>
          <p:nvPr/>
        </p:nvSpPr>
        <p:spPr>
          <a:xfrm>
            <a:off x="2978517" y="1688596"/>
            <a:ext cx="8151501" cy="2825038"/>
          </a:xfrm>
          <a:prstGeom prst="rect">
            <a:avLst/>
          </a:prstGeom>
          <a:noFill/>
          <a:ln>
            <a:solidFill>
              <a:schemeClr val="accent1"/>
            </a:solidFill>
          </a:ln>
        </p:spPr>
        <p:txBody>
          <a:bodyPr spcFirstLastPara="1" wrap="square" lIns="91425" tIns="91425" rIns="91425" bIns="91425" anchor="ctr" anchorCtr="0">
            <a:noAutofit/>
          </a:bodyP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1C1C1C"/>
              </a:solidFill>
              <a:effectLst/>
              <a:uLnTx/>
              <a:uFillTx/>
              <a:latin typeface="TD Graphik Regular" panose="020B0503030202060203" pitchFamily="34" charset="0"/>
              <a:ea typeface="+mn-ea"/>
              <a:cs typeface="Arial"/>
              <a:sym typeface="Roboto Light"/>
            </a:endParaRPr>
          </a:p>
        </p:txBody>
      </p:sp>
      <p:sp>
        <p:nvSpPr>
          <p:cNvPr id="13" name="Google Shape;107;p15">
            <a:extLst>
              <a:ext uri="{FF2B5EF4-FFF2-40B4-BE49-F238E27FC236}">
                <a16:creationId xmlns:a16="http://schemas.microsoft.com/office/drawing/2014/main" id="{E147B946-1E45-36E4-259E-CF800DBCDEDA}"/>
              </a:ext>
            </a:extLst>
          </p:cNvPr>
          <p:cNvSpPr/>
          <p:nvPr/>
        </p:nvSpPr>
        <p:spPr>
          <a:xfrm>
            <a:off x="701224" y="1688596"/>
            <a:ext cx="2150833" cy="2825038"/>
          </a:xfrm>
          <a:prstGeom prst="rect">
            <a:avLst/>
          </a:prstGeom>
          <a:solidFill>
            <a:srgbClr val="038203"/>
          </a:solidFill>
          <a:ln>
            <a:solidFill>
              <a:schemeClr val="tx2"/>
            </a:solidFill>
          </a:ln>
        </p:spPr>
        <p:txBody>
          <a:bodyPr spcFirstLastPara="1" wrap="square" lIns="91425" tIns="45700" rIns="91425" bIns="45700" anchor="t" anchorCtr="0">
            <a:noAutofit/>
          </a:bodyPr>
          <a:lstStyle/>
          <a:p>
            <a:pPr marL="0" marR="0" lvl="0" indent="0" defTabSz="914400" rtl="0" eaLnBrk="1" fontAlgn="auto" latinLnBrk="0" hangingPunct="1">
              <a:lnSpc>
                <a:spcPct val="100000"/>
              </a:lnSpc>
              <a:spcBef>
                <a:spcPts val="0"/>
              </a:spcBef>
              <a:spcAft>
                <a:spcPts val="0"/>
              </a:spcAft>
              <a:buClr>
                <a:srgbClr val="FFFFFF"/>
              </a:buClr>
              <a:buSzPts val="1200"/>
              <a:buFontTx/>
              <a:buNone/>
              <a:tabLst/>
              <a:defRPr/>
            </a:pPr>
            <a:r>
              <a:rPr kumimoji="0" lang="en-CA" sz="1600" b="0" i="0" u="none" strike="noStrike" kern="1200" cap="none" spc="0" normalizeH="0" baseline="0" noProof="0" dirty="0">
                <a:ln>
                  <a:noFill/>
                </a:ln>
                <a:solidFill>
                  <a:srgbClr val="FFFFFF"/>
                </a:solidFill>
                <a:effectLst/>
                <a:uLnTx/>
                <a:uFillTx/>
                <a:latin typeface="TD Graphik Semibold"/>
                <a:ea typeface="+mn-ea"/>
                <a:cs typeface="+mn-cs"/>
              </a:rPr>
              <a:t>Solution Overview</a:t>
            </a:r>
            <a:endParaRPr kumimoji="0" lang="en-US" sz="1600" b="0" i="0" u="none" strike="noStrike" kern="1200" cap="none" spc="0" normalizeH="0" baseline="0" noProof="0" dirty="0">
              <a:ln>
                <a:noFill/>
              </a:ln>
              <a:solidFill>
                <a:srgbClr val="FFFF00"/>
              </a:solidFill>
              <a:effectLst/>
              <a:uLnTx/>
              <a:uFillTx/>
              <a:latin typeface="TD Graphik Semibold" panose="020B0503030202060203" pitchFamily="34" charset="0"/>
              <a:ea typeface="+mn-ea"/>
              <a:cs typeface="+mn-cs"/>
            </a:endParaRPr>
          </a:p>
        </p:txBody>
      </p:sp>
      <p:sp>
        <p:nvSpPr>
          <p:cNvPr id="14" name="Google Shape;91;p15">
            <a:extLst>
              <a:ext uri="{FF2B5EF4-FFF2-40B4-BE49-F238E27FC236}">
                <a16:creationId xmlns:a16="http://schemas.microsoft.com/office/drawing/2014/main" id="{AF39D862-3D82-B28B-6E42-4CBD42E67D0C}"/>
              </a:ext>
            </a:extLst>
          </p:cNvPr>
          <p:cNvSpPr txBox="1"/>
          <p:nvPr/>
        </p:nvSpPr>
        <p:spPr>
          <a:xfrm>
            <a:off x="2978515" y="4602393"/>
            <a:ext cx="8151501" cy="1551194"/>
          </a:xfrm>
          <a:prstGeom prst="rect">
            <a:avLst/>
          </a:prstGeom>
          <a:noFill/>
          <a:ln>
            <a:solidFill>
              <a:schemeClr val="accent1"/>
            </a:solidFill>
          </a:ln>
        </p:spPr>
        <p:txBody>
          <a:bodyPr spcFirstLastPara="1" wrap="square" lIns="91425" tIns="91425" rIns="91425" bIns="91425" anchor="ctr" anchorCtr="0">
            <a:noAutofit/>
          </a:bodyP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1C1C1C"/>
              </a:solidFill>
              <a:effectLst/>
              <a:uLnTx/>
              <a:uFillTx/>
              <a:latin typeface="TD Graphik Regular" panose="020B0503030202060203" pitchFamily="34" charset="0"/>
              <a:ea typeface="+mn-ea"/>
              <a:cs typeface="Arial"/>
              <a:sym typeface="Roboto Light"/>
            </a:endParaRPr>
          </a:p>
        </p:txBody>
      </p:sp>
      <p:sp>
        <p:nvSpPr>
          <p:cNvPr id="15" name="Google Shape;107;p15">
            <a:extLst>
              <a:ext uri="{FF2B5EF4-FFF2-40B4-BE49-F238E27FC236}">
                <a16:creationId xmlns:a16="http://schemas.microsoft.com/office/drawing/2014/main" id="{F48BBCE5-7C7F-D41F-BEB8-5CC1E327BF0E}"/>
              </a:ext>
            </a:extLst>
          </p:cNvPr>
          <p:cNvSpPr/>
          <p:nvPr/>
        </p:nvSpPr>
        <p:spPr>
          <a:xfrm>
            <a:off x="701224" y="4602394"/>
            <a:ext cx="2150833" cy="1551193"/>
          </a:xfrm>
          <a:prstGeom prst="rect">
            <a:avLst/>
          </a:prstGeom>
          <a:solidFill>
            <a:srgbClr val="038203"/>
          </a:solidFill>
          <a:ln>
            <a:solidFill>
              <a:schemeClr val="tx2"/>
            </a:solidFill>
          </a:ln>
        </p:spPr>
        <p:txBody>
          <a:bodyPr spcFirstLastPara="1" wrap="square" lIns="91425" tIns="45700" rIns="91425" bIns="4570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1200"/>
              <a:buFontTx/>
              <a:buNone/>
              <a:tabLst/>
              <a:defRPr/>
            </a:pPr>
            <a:r>
              <a:rPr lang="en-CA" sz="1600" dirty="0">
                <a:solidFill>
                  <a:srgbClr val="FFFFFF"/>
                </a:solidFill>
                <a:latin typeface="TD Graphik Semibold"/>
              </a:rPr>
              <a:t>Impact &amp; Benefits</a:t>
            </a:r>
            <a:endParaRPr kumimoji="0" lang="en-US" sz="1600" b="0" i="0" u="none" strike="noStrike" kern="1200" cap="none" spc="0" normalizeH="0" baseline="0" noProof="0" dirty="0">
              <a:ln>
                <a:noFill/>
              </a:ln>
              <a:solidFill>
                <a:srgbClr val="FFFF00"/>
              </a:solidFill>
              <a:effectLst/>
              <a:uLnTx/>
              <a:uFillTx/>
              <a:latin typeface="TD Graphik Semibold" panose="020B0503030202060203" pitchFamily="34" charset="0"/>
              <a:ea typeface="+mn-ea"/>
              <a:cs typeface="+mn-cs"/>
            </a:endParaRPr>
          </a:p>
        </p:txBody>
      </p:sp>
      <p:sp>
        <p:nvSpPr>
          <p:cNvPr id="4" name="Google Shape;102;p13">
            <a:extLst>
              <a:ext uri="{FF2B5EF4-FFF2-40B4-BE49-F238E27FC236}">
                <a16:creationId xmlns:a16="http://schemas.microsoft.com/office/drawing/2014/main" id="{78709ABF-5A2D-FC7A-21C2-A5E00CE473BF}"/>
              </a:ext>
            </a:extLst>
          </p:cNvPr>
          <p:cNvSpPr txBox="1"/>
          <p:nvPr/>
        </p:nvSpPr>
        <p:spPr>
          <a:xfrm>
            <a:off x="3119121" y="1888015"/>
            <a:ext cx="7914640" cy="301621"/>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400" b="1" dirty="0">
                <a:solidFill>
                  <a:srgbClr val="003F2D"/>
                </a:solidFill>
                <a:latin typeface="TD Graphik Semilight" panose="020B0503030202060203"/>
                <a:cs typeface="Poppins" panose="00000500000000000000" pitchFamily="2" charset="0"/>
                <a:sym typeface="Lato"/>
              </a:rPr>
              <a:t>Strategic Insight- </a:t>
            </a:r>
            <a:r>
              <a:rPr lang="en-US" sz="1350" b="0" i="0" u="none" strike="noStrike" cap="none" dirty="0">
                <a:solidFill>
                  <a:srgbClr val="414042"/>
                </a:solidFill>
                <a:latin typeface="TD Graphik Regular" panose="020B0503030202060203" pitchFamily="34" charset="0"/>
                <a:ea typeface="Lato"/>
                <a:cs typeface="Lato"/>
                <a:sym typeface="Lato"/>
              </a:rPr>
              <a:t>Premium card users stay 2.4x longer and drive significant volume (</a:t>
            </a:r>
            <a:r>
              <a:rPr lang="en-US" sz="1400" b="1" dirty="0">
                <a:solidFill>
                  <a:srgbClr val="003F2D"/>
                </a:solidFill>
                <a:latin typeface="TD Graphik Semilight" panose="020B0503030202060203"/>
                <a:cs typeface="Poppins" panose="00000500000000000000" pitchFamily="2" charset="0"/>
                <a:sym typeface="Lato"/>
              </a:rPr>
              <a:t>$28.7B </a:t>
            </a:r>
            <a:r>
              <a:rPr lang="en-US" sz="1350" b="0" i="0" u="none" strike="noStrike" cap="none" dirty="0">
                <a:solidFill>
                  <a:srgbClr val="414042"/>
                </a:solidFill>
                <a:latin typeface="TD Graphik Regular" panose="020B0503030202060203" pitchFamily="34" charset="0"/>
                <a:ea typeface="Lato"/>
                <a:cs typeface="Lato"/>
                <a:sym typeface="Lato"/>
              </a:rPr>
              <a:t>base).</a:t>
            </a:r>
            <a:endParaRPr dirty="0">
              <a:latin typeface="TD Graphik Regular" panose="020B0503030202060203" pitchFamily="34" charset="0"/>
            </a:endParaRPr>
          </a:p>
        </p:txBody>
      </p:sp>
      <p:sp>
        <p:nvSpPr>
          <p:cNvPr id="5" name="Google Shape;103;p13">
            <a:extLst>
              <a:ext uri="{FF2B5EF4-FFF2-40B4-BE49-F238E27FC236}">
                <a16:creationId xmlns:a16="http://schemas.microsoft.com/office/drawing/2014/main" id="{B009A69D-CE8F-4588-B917-9993E569F178}"/>
              </a:ext>
            </a:extLst>
          </p:cNvPr>
          <p:cNvSpPr txBox="1"/>
          <p:nvPr/>
        </p:nvSpPr>
        <p:spPr>
          <a:xfrm>
            <a:off x="3096945" y="2354021"/>
            <a:ext cx="7914640" cy="301621"/>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400" b="1" dirty="0">
                <a:solidFill>
                  <a:srgbClr val="003F2D"/>
                </a:solidFill>
                <a:latin typeface="TD Graphik Semilight" panose="020B0503030202060203"/>
                <a:cs typeface="Poppins" panose="00000500000000000000" pitchFamily="2" charset="0"/>
                <a:sym typeface="Lato"/>
              </a:rPr>
              <a:t>The Core Strategy- </a:t>
            </a:r>
            <a:r>
              <a:rPr lang="en-US" sz="1350" b="0" i="0" u="none" strike="noStrike" cap="none" dirty="0">
                <a:solidFill>
                  <a:srgbClr val="414042"/>
                </a:solidFill>
                <a:latin typeface="TD Graphik Regular" panose="020B0503030202060203" pitchFamily="34" charset="0"/>
                <a:ea typeface="Lato"/>
                <a:cs typeface="Lato"/>
                <a:sym typeface="Lato"/>
              </a:rPr>
              <a:t>Migrate the top 10% of high-potential Cash Back users into Infinite tiers for a </a:t>
            </a:r>
            <a:r>
              <a:rPr lang="en-US" sz="1400" b="1" dirty="0">
                <a:solidFill>
                  <a:srgbClr val="003F2D"/>
                </a:solidFill>
                <a:latin typeface="TD Graphik Semilight" panose="020B0503030202060203"/>
                <a:cs typeface="Poppins" panose="00000500000000000000" pitchFamily="2" charset="0"/>
                <a:sym typeface="Lato"/>
              </a:rPr>
              <a:t>3x yield </a:t>
            </a:r>
            <a:r>
              <a:rPr lang="en-US" sz="1350" b="0" i="0" u="none" strike="noStrike" cap="none" dirty="0">
                <a:solidFill>
                  <a:srgbClr val="414042"/>
                </a:solidFill>
                <a:latin typeface="TD Graphik Regular" panose="020B0503030202060203" pitchFamily="34" charset="0"/>
                <a:ea typeface="Lato"/>
                <a:cs typeface="Lato"/>
                <a:sym typeface="Lato"/>
              </a:rPr>
              <a:t>lift.</a:t>
            </a:r>
            <a:endParaRPr dirty="0">
              <a:latin typeface="TD Graphik Regular" panose="020B0503030202060203" pitchFamily="34" charset="0"/>
            </a:endParaRPr>
          </a:p>
        </p:txBody>
      </p:sp>
      <p:sp>
        <p:nvSpPr>
          <p:cNvPr id="6" name="Google Shape;104;p13">
            <a:extLst>
              <a:ext uri="{FF2B5EF4-FFF2-40B4-BE49-F238E27FC236}">
                <a16:creationId xmlns:a16="http://schemas.microsoft.com/office/drawing/2014/main" id="{8855077B-6929-781A-0F18-115379F56771}"/>
              </a:ext>
            </a:extLst>
          </p:cNvPr>
          <p:cNvSpPr txBox="1"/>
          <p:nvPr/>
        </p:nvSpPr>
        <p:spPr>
          <a:xfrm>
            <a:off x="3119121" y="2825758"/>
            <a:ext cx="7914640" cy="603242"/>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400" b="1" dirty="0">
                <a:solidFill>
                  <a:srgbClr val="003F2D"/>
                </a:solidFill>
                <a:latin typeface="TD Graphik Semilight" panose="020B0503030202060203"/>
                <a:cs typeface="Poppins" panose="00000500000000000000" pitchFamily="2" charset="0"/>
                <a:sym typeface="Lato"/>
              </a:rPr>
              <a:t>Engagement Ecosystem- Integrated TD Rewards </a:t>
            </a:r>
            <a:r>
              <a:rPr lang="en-US" sz="1350" b="0" i="0" u="none" strike="noStrike" cap="none" dirty="0">
                <a:solidFill>
                  <a:srgbClr val="414042"/>
                </a:solidFill>
                <a:latin typeface="TD Graphik Regular" panose="020B0503030202060203" pitchFamily="34" charset="0"/>
                <a:ea typeface="Lato"/>
                <a:cs typeface="Lato"/>
                <a:sym typeface="Lato"/>
              </a:rPr>
              <a:t>Experience in </a:t>
            </a:r>
            <a:r>
              <a:rPr lang="en-US" sz="1400" b="1" dirty="0" err="1">
                <a:solidFill>
                  <a:srgbClr val="003F2D"/>
                </a:solidFill>
                <a:latin typeface="TD Graphik Semilight" panose="020B0503030202060203"/>
                <a:cs typeface="Poppins" panose="00000500000000000000" pitchFamily="2" charset="0"/>
                <a:sym typeface="Lato"/>
              </a:rPr>
              <a:t>EasyWeb</a:t>
            </a:r>
            <a:r>
              <a:rPr lang="en-US" sz="1400" b="1" dirty="0">
                <a:solidFill>
                  <a:srgbClr val="003F2D"/>
                </a:solidFill>
                <a:latin typeface="TD Graphik Semilight" panose="020B0503030202060203"/>
                <a:cs typeface="Poppins" panose="00000500000000000000" pitchFamily="2" charset="0"/>
                <a:sym typeface="Lato"/>
              </a:rPr>
              <a:t> / TD mobile app </a:t>
            </a:r>
            <a:r>
              <a:rPr lang="en-US" sz="1350" b="0" i="0" u="none" strike="noStrike" cap="none" dirty="0">
                <a:solidFill>
                  <a:srgbClr val="414042"/>
                </a:solidFill>
                <a:latin typeface="TD Graphik Regular" panose="020B0503030202060203" pitchFamily="34" charset="0"/>
                <a:ea typeface="Lato"/>
                <a:cs typeface="Lato"/>
                <a:sym typeface="Lato"/>
              </a:rPr>
              <a:t>featuring </a:t>
            </a:r>
            <a:r>
              <a:rPr lang="en-US" sz="1400" b="1" dirty="0">
                <a:solidFill>
                  <a:srgbClr val="003F2D"/>
                </a:solidFill>
                <a:latin typeface="TD Graphik Semilight" panose="020B0503030202060203"/>
                <a:cs typeface="Poppins" panose="00000500000000000000" pitchFamily="2" charset="0"/>
                <a:sym typeface="Lato"/>
              </a:rPr>
              <a:t>30+ </a:t>
            </a:r>
            <a:r>
              <a:rPr lang="en-US" sz="1350" b="0" i="0" u="none" strike="noStrike" cap="none" dirty="0">
                <a:solidFill>
                  <a:srgbClr val="414042"/>
                </a:solidFill>
                <a:latin typeface="TD Graphik Regular" panose="020B0503030202060203" pitchFamily="34" charset="0"/>
                <a:ea typeface="Lato"/>
                <a:cs typeface="Lato"/>
                <a:sym typeface="Lato"/>
              </a:rPr>
              <a:t>top merchant brands.</a:t>
            </a:r>
            <a:endParaRPr dirty="0">
              <a:latin typeface="TD Graphik Regular" panose="020B0503030202060203" pitchFamily="34" charset="0"/>
            </a:endParaRPr>
          </a:p>
        </p:txBody>
      </p:sp>
      <p:sp>
        <p:nvSpPr>
          <p:cNvPr id="7" name="Google Shape;105;p13">
            <a:extLst>
              <a:ext uri="{FF2B5EF4-FFF2-40B4-BE49-F238E27FC236}">
                <a16:creationId xmlns:a16="http://schemas.microsoft.com/office/drawing/2014/main" id="{E2E1EF0B-CB4A-019D-B03B-F70354C6D47F}"/>
              </a:ext>
            </a:extLst>
          </p:cNvPr>
          <p:cNvSpPr txBox="1"/>
          <p:nvPr/>
        </p:nvSpPr>
        <p:spPr>
          <a:xfrm>
            <a:off x="3096945" y="3539583"/>
            <a:ext cx="7914640" cy="59247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400" b="1" dirty="0">
                <a:solidFill>
                  <a:srgbClr val="003F2D"/>
                </a:solidFill>
                <a:latin typeface="TD Graphik Semilight" panose="020B0503030202060203"/>
                <a:cs typeface="Poppins" panose="00000500000000000000" pitchFamily="2" charset="0"/>
                <a:sym typeface="Lato"/>
              </a:rPr>
              <a:t>Retention Mechanics- 10% </a:t>
            </a:r>
            <a:r>
              <a:rPr lang="en-US" sz="1350" b="0" i="0" u="none" strike="noStrike" cap="none" dirty="0">
                <a:solidFill>
                  <a:srgbClr val="414042"/>
                </a:solidFill>
                <a:latin typeface="TD Graphik Regular" panose="020B0503030202060203" pitchFamily="34" charset="0"/>
                <a:ea typeface="Lato"/>
                <a:cs typeface="Lato"/>
                <a:sym typeface="Lato"/>
              </a:rPr>
              <a:t>annual bonus points on birthdays / anniversaries to create high-emotional-value touchpoints.</a:t>
            </a:r>
            <a:endParaRPr dirty="0">
              <a:latin typeface="TD Graphik Regular" panose="020B0503030202060203" pitchFamily="34" charset="0"/>
            </a:endParaRPr>
          </a:p>
        </p:txBody>
      </p:sp>
      <p:sp>
        <p:nvSpPr>
          <p:cNvPr id="10" name="Google Shape;93;p13">
            <a:extLst>
              <a:ext uri="{FF2B5EF4-FFF2-40B4-BE49-F238E27FC236}">
                <a16:creationId xmlns:a16="http://schemas.microsoft.com/office/drawing/2014/main" id="{91FD83A8-381B-CD53-B549-E958F1691332}"/>
              </a:ext>
            </a:extLst>
          </p:cNvPr>
          <p:cNvSpPr txBox="1"/>
          <p:nvPr/>
        </p:nvSpPr>
        <p:spPr>
          <a:xfrm>
            <a:off x="3119817" y="4712976"/>
            <a:ext cx="1436943"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54B848"/>
                </a:solidFill>
                <a:latin typeface="Poppins"/>
                <a:ea typeface="Poppins"/>
                <a:cs typeface="Poppins"/>
                <a:sym typeface="Poppins"/>
              </a:rPr>
              <a:t>FINANCIAL ROI</a:t>
            </a:r>
            <a:endParaRPr dirty="0"/>
          </a:p>
        </p:txBody>
      </p:sp>
      <p:sp>
        <p:nvSpPr>
          <p:cNvPr id="11" name="Google Shape;95;p13">
            <a:extLst>
              <a:ext uri="{FF2B5EF4-FFF2-40B4-BE49-F238E27FC236}">
                <a16:creationId xmlns:a16="http://schemas.microsoft.com/office/drawing/2014/main" id="{CA30A948-5FEA-21D2-7773-2E2619DBF060}"/>
              </a:ext>
            </a:extLst>
          </p:cNvPr>
          <p:cNvSpPr txBox="1"/>
          <p:nvPr/>
        </p:nvSpPr>
        <p:spPr>
          <a:xfrm>
            <a:off x="3119121" y="4949502"/>
            <a:ext cx="2479039" cy="775597"/>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dirty="0">
                <a:solidFill>
                  <a:srgbClr val="414042"/>
                </a:solidFill>
                <a:latin typeface="TD Graphik Regular" panose="020B0503030202060203" pitchFamily="34" charset="0"/>
                <a:ea typeface="Lato"/>
                <a:cs typeface="Lato"/>
                <a:sym typeface="Lato"/>
              </a:rPr>
              <a:t>Realize </a:t>
            </a:r>
            <a:r>
              <a:rPr lang="en-US" sz="1200" b="1" i="0" u="none" strike="noStrike" cap="none" dirty="0">
                <a:solidFill>
                  <a:srgbClr val="003F2D"/>
                </a:solidFill>
                <a:latin typeface="TD Graphik Bold" panose="020B0503030202060203" pitchFamily="34" charset="0"/>
                <a:ea typeface="Lato"/>
                <a:cs typeface="Lato"/>
                <a:sym typeface="Lato"/>
              </a:rPr>
              <a:t>3x yield </a:t>
            </a:r>
            <a:r>
              <a:rPr lang="en-US" sz="1200" b="1" dirty="0">
                <a:solidFill>
                  <a:srgbClr val="003F2D"/>
                </a:solidFill>
                <a:latin typeface="TD Graphik Bold" panose="020B0503030202060203" pitchFamily="34" charset="0"/>
                <a:ea typeface="Lato"/>
                <a:cs typeface="Lato"/>
                <a:sym typeface="Lato"/>
              </a:rPr>
              <a:t>lift</a:t>
            </a:r>
            <a:r>
              <a:rPr lang="en-US" sz="1200" b="0" i="0" u="none" strike="noStrike" cap="none" dirty="0">
                <a:solidFill>
                  <a:srgbClr val="414042"/>
                </a:solidFill>
                <a:latin typeface="TD Graphik Regular" panose="020B0503030202060203" pitchFamily="34" charset="0"/>
                <a:ea typeface="Lato"/>
                <a:cs typeface="Lato"/>
                <a:sym typeface="Lato"/>
              </a:rPr>
              <a:t> per active user via tier migration and defend the </a:t>
            </a:r>
            <a:r>
              <a:rPr lang="en-US" sz="1200" b="1" dirty="0">
                <a:solidFill>
                  <a:srgbClr val="003F2D"/>
                </a:solidFill>
                <a:latin typeface="TD Graphik Bold" panose="020B0503030202060203" pitchFamily="34" charset="0"/>
                <a:ea typeface="Lato"/>
                <a:cs typeface="Lato"/>
                <a:sym typeface="Lato"/>
              </a:rPr>
              <a:t>$28.7B </a:t>
            </a:r>
            <a:r>
              <a:rPr lang="en-US" sz="1200" b="0" i="0" u="none" strike="noStrike" cap="none" dirty="0">
                <a:solidFill>
                  <a:srgbClr val="414042"/>
                </a:solidFill>
                <a:latin typeface="TD Graphik Regular" panose="020B0503030202060203" pitchFamily="34" charset="0"/>
                <a:ea typeface="Lato"/>
                <a:cs typeface="Lato"/>
                <a:sym typeface="Lato"/>
              </a:rPr>
              <a:t>premium base.</a:t>
            </a:r>
            <a:endParaRPr dirty="0">
              <a:latin typeface="TD Graphik Regular" panose="020B0503030202060203" pitchFamily="34" charset="0"/>
            </a:endParaRPr>
          </a:p>
        </p:txBody>
      </p:sp>
      <p:sp>
        <p:nvSpPr>
          <p:cNvPr id="16" name="Google Shape;96;p13">
            <a:extLst>
              <a:ext uri="{FF2B5EF4-FFF2-40B4-BE49-F238E27FC236}">
                <a16:creationId xmlns:a16="http://schemas.microsoft.com/office/drawing/2014/main" id="{505D0C0B-B70D-DBBB-D6B3-2932CA326F81}"/>
              </a:ext>
            </a:extLst>
          </p:cNvPr>
          <p:cNvSpPr txBox="1"/>
          <p:nvPr/>
        </p:nvSpPr>
        <p:spPr>
          <a:xfrm>
            <a:off x="6007450" y="4712976"/>
            <a:ext cx="1846233"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54B848"/>
                </a:solidFill>
                <a:latin typeface="Poppins"/>
                <a:ea typeface="Poppins"/>
                <a:cs typeface="Poppins"/>
                <a:sym typeface="Poppins"/>
              </a:rPr>
              <a:t>LOYALTY &amp; RETENTION</a:t>
            </a:r>
            <a:endParaRPr dirty="0"/>
          </a:p>
        </p:txBody>
      </p:sp>
      <p:sp>
        <p:nvSpPr>
          <p:cNvPr id="17" name="Google Shape;98;p13">
            <a:extLst>
              <a:ext uri="{FF2B5EF4-FFF2-40B4-BE49-F238E27FC236}">
                <a16:creationId xmlns:a16="http://schemas.microsoft.com/office/drawing/2014/main" id="{6677CDBC-B52E-25DF-6CC5-9D68B3097EAD}"/>
              </a:ext>
            </a:extLst>
          </p:cNvPr>
          <p:cNvSpPr txBox="1"/>
          <p:nvPr/>
        </p:nvSpPr>
        <p:spPr>
          <a:xfrm>
            <a:off x="5950299" y="4949502"/>
            <a:ext cx="2768665" cy="775597"/>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1" dirty="0">
                <a:solidFill>
                  <a:srgbClr val="003F2D"/>
                </a:solidFill>
                <a:latin typeface="TD Graphik Bold" panose="020B0503030202060203" pitchFamily="34" charset="0"/>
                <a:ea typeface="Lato"/>
                <a:cs typeface="Lato"/>
                <a:sym typeface="Lato"/>
              </a:rPr>
              <a:t>Anniversary</a:t>
            </a:r>
            <a:r>
              <a:rPr lang="en-US" sz="1200" dirty="0">
                <a:solidFill>
                  <a:srgbClr val="414042"/>
                </a:solidFill>
                <a:latin typeface="TD Graphik Regular" panose="020B0503030202060203" pitchFamily="34" charset="0"/>
                <a:ea typeface="Lato"/>
                <a:cs typeface="Lato"/>
                <a:sym typeface="Lato"/>
              </a:rPr>
              <a:t> retention bonuses and </a:t>
            </a:r>
            <a:r>
              <a:rPr lang="en-US" sz="1200" b="1" dirty="0">
                <a:solidFill>
                  <a:srgbClr val="003F2D"/>
                </a:solidFill>
                <a:latin typeface="TD Graphik Bold" panose="020B0503030202060203" pitchFamily="34" charset="0"/>
                <a:ea typeface="Lato"/>
                <a:cs typeface="Lato"/>
                <a:sym typeface="Lato"/>
              </a:rPr>
              <a:t>TD Rewards</a:t>
            </a:r>
            <a:r>
              <a:rPr lang="en-US" sz="1200" dirty="0">
                <a:solidFill>
                  <a:srgbClr val="414042"/>
                </a:solidFill>
                <a:latin typeface="TD Graphik Regular" panose="020B0503030202060203" pitchFamily="34" charset="0"/>
                <a:ea typeface="Lato"/>
                <a:cs typeface="Lato"/>
                <a:sym typeface="Lato"/>
              </a:rPr>
              <a:t> credits decrease churn risk for high-value premium travel segments.</a:t>
            </a:r>
            <a:endParaRPr sz="1200" dirty="0">
              <a:solidFill>
                <a:srgbClr val="414042"/>
              </a:solidFill>
              <a:latin typeface="TD Graphik Regular" panose="020B0503030202060203" pitchFamily="34" charset="0"/>
              <a:ea typeface="Lato"/>
              <a:cs typeface="Lato"/>
            </a:endParaRPr>
          </a:p>
        </p:txBody>
      </p:sp>
      <p:sp>
        <p:nvSpPr>
          <p:cNvPr id="18" name="Google Shape;99;p13">
            <a:extLst>
              <a:ext uri="{FF2B5EF4-FFF2-40B4-BE49-F238E27FC236}">
                <a16:creationId xmlns:a16="http://schemas.microsoft.com/office/drawing/2014/main" id="{CFF84A05-4EE3-01C3-F353-D46EFF99CE9E}"/>
              </a:ext>
            </a:extLst>
          </p:cNvPr>
          <p:cNvSpPr txBox="1"/>
          <p:nvPr/>
        </p:nvSpPr>
        <p:spPr>
          <a:xfrm>
            <a:off x="8895083" y="4712976"/>
            <a:ext cx="1436943"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54B848"/>
                </a:solidFill>
                <a:latin typeface="Poppins"/>
                <a:ea typeface="Poppins"/>
                <a:cs typeface="Poppins"/>
                <a:sym typeface="Poppins"/>
              </a:rPr>
              <a:t>PORTFOLIO SCALE</a:t>
            </a:r>
            <a:endParaRPr dirty="0"/>
          </a:p>
        </p:txBody>
      </p:sp>
      <p:sp>
        <p:nvSpPr>
          <p:cNvPr id="19" name="Google Shape;101;p13">
            <a:extLst>
              <a:ext uri="{FF2B5EF4-FFF2-40B4-BE49-F238E27FC236}">
                <a16:creationId xmlns:a16="http://schemas.microsoft.com/office/drawing/2014/main" id="{4220D0A3-E1B2-22A4-69C9-6F3A9E907C6B}"/>
              </a:ext>
            </a:extLst>
          </p:cNvPr>
          <p:cNvSpPr txBox="1"/>
          <p:nvPr/>
        </p:nvSpPr>
        <p:spPr>
          <a:xfrm>
            <a:off x="8895083" y="4955354"/>
            <a:ext cx="2150833" cy="1034129"/>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dirty="0">
                <a:solidFill>
                  <a:srgbClr val="414042"/>
                </a:solidFill>
                <a:latin typeface="Lato"/>
                <a:ea typeface="Lato"/>
                <a:cs typeface="Lato"/>
                <a:sym typeface="Lato"/>
              </a:rPr>
              <a:t>Converts the </a:t>
            </a:r>
            <a:r>
              <a:rPr lang="en-US" sz="1200" b="1" dirty="0">
                <a:solidFill>
                  <a:srgbClr val="003F2D"/>
                </a:solidFill>
                <a:latin typeface="TD Graphik Bold" panose="020B0503030202060203" pitchFamily="34" charset="0"/>
                <a:ea typeface="Lato"/>
                <a:cs typeface="Lato"/>
                <a:sym typeface="Lato"/>
              </a:rPr>
              <a:t>70% YoY growth </a:t>
            </a:r>
            <a:r>
              <a:rPr lang="en-US" sz="1200" b="0" i="0" u="none" strike="noStrike" cap="none" dirty="0">
                <a:solidFill>
                  <a:srgbClr val="414042"/>
                </a:solidFill>
                <a:latin typeface="Lato"/>
                <a:ea typeface="Lato"/>
                <a:cs typeface="Lato"/>
                <a:sym typeface="Lato"/>
              </a:rPr>
              <a:t>in Low-Rate accounts into a qualified pipeline for premium card adoption.</a:t>
            </a:r>
            <a:endParaRPr dirty="0"/>
          </a:p>
        </p:txBody>
      </p:sp>
    </p:spTree>
    <p:extLst>
      <p:ext uri="{BB962C8B-B14F-4D97-AF65-F5344CB8AC3E}">
        <p14:creationId xmlns:p14="http://schemas.microsoft.com/office/powerpoint/2010/main" val="1549359981"/>
      </p:ext>
    </p:extLst>
  </p:cSld>
  <p:clrMapOvr>
    <a:masterClrMapping/>
  </p:clrMapOvr>
</p:sld>
</file>

<file path=ppt/theme/theme1.xml><?xml version="1.0" encoding="utf-8"?>
<a:theme xmlns:a="http://schemas.openxmlformats.org/drawingml/2006/main" name="1_Custom Design">
  <a:themeElements>
    <a:clrScheme name="TD Colours">
      <a:dk1>
        <a:srgbClr val="1C1C1C"/>
      </a:dk1>
      <a:lt1>
        <a:srgbClr val="FFFFFF"/>
      </a:lt1>
      <a:dk2>
        <a:srgbClr val="616161"/>
      </a:dk2>
      <a:lt2>
        <a:srgbClr val="F3F3F3"/>
      </a:lt2>
      <a:accent1>
        <a:srgbClr val="008A00"/>
      </a:accent1>
      <a:accent2>
        <a:srgbClr val="1A5336"/>
      </a:accent2>
      <a:accent3>
        <a:srgbClr val="F3F3F3"/>
      </a:accent3>
      <a:accent4>
        <a:srgbClr val="F6FAF0"/>
      </a:accent4>
      <a:accent5>
        <a:srgbClr val="038203"/>
      </a:accent5>
      <a:accent6>
        <a:srgbClr val="43B02A"/>
      </a:accent6>
      <a:hlink>
        <a:srgbClr val="038203"/>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1C1C1C"/>
    </a:custClr>
    <a:custClr name="Digital Text Green">
      <a:srgbClr val="038203"/>
    </a:custClr>
    <a:custClr name="Dark Green">
      <a:srgbClr val="1A5336"/>
    </a:custClr>
    <a:custClr name="Grey Tint BG">
      <a:srgbClr val="F3F3F3"/>
    </a:custClr>
    <a:custClr name="Green Tint BG">
      <a:srgbClr val="F6FAF0"/>
    </a:custClr>
    <a:custClr name="Primary Green">
      <a:srgbClr val="008A00"/>
    </a:custClr>
    <a:custClr name="Dark Gold">
      <a:srgbClr val="816D3F"/>
    </a:custClr>
    <a:custClr name="Matt Black">
      <a:srgbClr val="282828"/>
    </a:custClr>
    <a:custClr name="Light Gold">
      <a:srgbClr val="CFBD91"/>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ue Shade 1">
      <a:srgbClr val="4B94B9"/>
    </a:custClr>
    <a:custClr name="Blue Shade 2">
      <a:srgbClr val="31728C"/>
    </a:custClr>
    <a:custClr name="Blue Shade 3">
      <a:srgbClr val="00485E"/>
    </a:custClr>
    <a:custClr name="Orange Shade 1">
      <a:srgbClr val="C47800"/>
    </a:custClr>
    <a:custClr name="Orange Shade 2">
      <a:srgbClr val="A65207"/>
    </a:custClr>
    <a:custClr name="Orange Shade 3">
      <a:srgbClr val="933214"/>
    </a:custClr>
    <a:custClr name="Grey Shade 1">
      <a:srgbClr val="8C8C8C"/>
    </a:custClr>
    <a:custClr name="Grey Shade 2">
      <a:srgbClr val="767676"/>
    </a:custClr>
    <a:custClr name="Grey Shade 3">
      <a:srgbClr val="616161"/>
    </a:custClr>
    <a:custClr name="blank">
      <a:srgbClr val="FFFFFF"/>
    </a:custClr>
    <a:custClr name="Yellow Shade 1">
      <a:srgbClr val="AD842A"/>
    </a:custClr>
    <a:custClr name="Yellow Shade 2">
      <a:srgbClr val="A37219"/>
    </a:custClr>
    <a:custClr name="Yellow Shade 3">
      <a:srgbClr val="805A17"/>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Primary Green">
      <a:srgbClr val="008A00"/>
    </a:custClr>
    <a:custClr name="Alternative Green">
      <a:srgbClr val="439D2F"/>
    </a:custClr>
    <a:custClr name="Pistachio Green">
      <a:srgbClr val="719603"/>
    </a:custClr>
    <a:custClr name="Olive Green">
      <a:srgbClr val="686F12"/>
    </a:custClr>
    <a:custClr name="Peacock Green">
      <a:srgbClr val="007A53"/>
    </a:custClr>
    <a:custClr name="Moss Green">
      <a:srgbClr val="006600"/>
    </a:custClr>
    <a:custClr name="Dark Green">
      <a:srgbClr val="1A5336"/>
    </a:custClr>
    <a:custClr name="Green Grey">
      <a:srgbClr val="708573"/>
    </a:custClr>
    <a:custClr name="Khaki Grey">
      <a:srgbClr val="515B52"/>
    </a:custClr>
    <a:custClr name="Charcoal Black">
      <a:srgbClr val="2828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ver Slides - With Image">
  <a:themeElements>
    <a:clrScheme name="TD Colours">
      <a:dk1>
        <a:srgbClr val="1C1C1C"/>
      </a:dk1>
      <a:lt1>
        <a:srgbClr val="FFFFFF"/>
      </a:lt1>
      <a:dk2>
        <a:srgbClr val="616161"/>
      </a:dk2>
      <a:lt2>
        <a:srgbClr val="F3F3F3"/>
      </a:lt2>
      <a:accent1>
        <a:srgbClr val="008A00"/>
      </a:accent1>
      <a:accent2>
        <a:srgbClr val="1A5336"/>
      </a:accent2>
      <a:accent3>
        <a:srgbClr val="F3F3F3"/>
      </a:accent3>
      <a:accent4>
        <a:srgbClr val="F6FAF0"/>
      </a:accent4>
      <a:accent5>
        <a:srgbClr val="038203"/>
      </a:accent5>
      <a:accent6>
        <a:srgbClr val="43B02A"/>
      </a:accent6>
      <a:hlink>
        <a:srgbClr val="038203"/>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1C1C1C"/>
    </a:custClr>
    <a:custClr name="Digital Text Green">
      <a:srgbClr val="038203"/>
    </a:custClr>
    <a:custClr name="Dark Green">
      <a:srgbClr val="1A5336"/>
    </a:custClr>
    <a:custClr name="Grey Tint BG">
      <a:srgbClr val="F3F3F3"/>
    </a:custClr>
    <a:custClr name="Green Tint BG">
      <a:srgbClr val="F6FAF0"/>
    </a:custClr>
    <a:custClr name="Primary Green">
      <a:srgbClr val="008A00"/>
    </a:custClr>
    <a:custClr name="Dark Gold">
      <a:srgbClr val="816D3F"/>
    </a:custClr>
    <a:custClr name="Matt Black">
      <a:srgbClr val="282828"/>
    </a:custClr>
    <a:custClr name="Light Gold">
      <a:srgbClr val="CFBD91"/>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ue Shade 1">
      <a:srgbClr val="4B94B9"/>
    </a:custClr>
    <a:custClr name="Blue Shade 2">
      <a:srgbClr val="31728C"/>
    </a:custClr>
    <a:custClr name="Blue Shade 3">
      <a:srgbClr val="00485E"/>
    </a:custClr>
    <a:custClr name="Orange Shade 1">
      <a:srgbClr val="C47800"/>
    </a:custClr>
    <a:custClr name="Orange Shade 2">
      <a:srgbClr val="A65207"/>
    </a:custClr>
    <a:custClr name="Orange Shade 3">
      <a:srgbClr val="933214"/>
    </a:custClr>
    <a:custClr name="Grey Shade 1">
      <a:srgbClr val="8C8C8C"/>
    </a:custClr>
    <a:custClr name="Grey Shade 2">
      <a:srgbClr val="767676"/>
    </a:custClr>
    <a:custClr name="Grey Shade 3">
      <a:srgbClr val="616161"/>
    </a:custClr>
    <a:custClr name="blank">
      <a:srgbClr val="FFFFFF"/>
    </a:custClr>
    <a:custClr name="Yellow Shade 1">
      <a:srgbClr val="AD842A"/>
    </a:custClr>
    <a:custClr name="Yellow Shade 2">
      <a:srgbClr val="A37219"/>
    </a:custClr>
    <a:custClr name="Yellow Shade 3">
      <a:srgbClr val="805A17"/>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Primary Green">
      <a:srgbClr val="008A00"/>
    </a:custClr>
    <a:custClr name="Alternative Green">
      <a:srgbClr val="439D2F"/>
    </a:custClr>
    <a:custClr name="Pistachio Green">
      <a:srgbClr val="719603"/>
    </a:custClr>
    <a:custClr name="Olive Green">
      <a:srgbClr val="686F12"/>
    </a:custClr>
    <a:custClr name="Peacock Green">
      <a:srgbClr val="007A53"/>
    </a:custClr>
    <a:custClr name="Moss Green">
      <a:srgbClr val="006600"/>
    </a:custClr>
    <a:custClr name="Dark Green">
      <a:srgbClr val="1A5336"/>
    </a:custClr>
    <a:custClr name="Green Grey">
      <a:srgbClr val="708573"/>
    </a:custClr>
    <a:custClr name="Khaki Grey">
      <a:srgbClr val="515B52"/>
    </a:custClr>
    <a:custClr name="Charcoal Black">
      <a:srgbClr val="2828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Agenda Slides">
  <a:themeElements>
    <a:clrScheme name="TD Colours">
      <a:dk1>
        <a:srgbClr val="1C1C1C"/>
      </a:dk1>
      <a:lt1>
        <a:srgbClr val="FFFFFF"/>
      </a:lt1>
      <a:dk2>
        <a:srgbClr val="616161"/>
      </a:dk2>
      <a:lt2>
        <a:srgbClr val="F3F3F3"/>
      </a:lt2>
      <a:accent1>
        <a:srgbClr val="008A00"/>
      </a:accent1>
      <a:accent2>
        <a:srgbClr val="1A5336"/>
      </a:accent2>
      <a:accent3>
        <a:srgbClr val="F3F3F3"/>
      </a:accent3>
      <a:accent4>
        <a:srgbClr val="F6FAF0"/>
      </a:accent4>
      <a:accent5>
        <a:srgbClr val="038203"/>
      </a:accent5>
      <a:accent6>
        <a:srgbClr val="43B02A"/>
      </a:accent6>
      <a:hlink>
        <a:srgbClr val="038203"/>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1C1C1C"/>
    </a:custClr>
    <a:custClr name="Digital Text Green">
      <a:srgbClr val="038203"/>
    </a:custClr>
    <a:custClr name="Dark Green">
      <a:srgbClr val="1A5336"/>
    </a:custClr>
    <a:custClr name="Grey Tint BG">
      <a:srgbClr val="F3F3F3"/>
    </a:custClr>
    <a:custClr name="Green Tint BG">
      <a:srgbClr val="F6FAF0"/>
    </a:custClr>
    <a:custClr name="Primary Green">
      <a:srgbClr val="008A00"/>
    </a:custClr>
    <a:custClr name="Dark Gold">
      <a:srgbClr val="816D3F"/>
    </a:custClr>
    <a:custClr name="Matt Black">
      <a:srgbClr val="282828"/>
    </a:custClr>
    <a:custClr name="Light Gold">
      <a:srgbClr val="CFBD91"/>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ue Shade 1">
      <a:srgbClr val="4B94B9"/>
    </a:custClr>
    <a:custClr name="Blue Shade 2">
      <a:srgbClr val="31728C"/>
    </a:custClr>
    <a:custClr name="Blue Shade 3">
      <a:srgbClr val="00485E"/>
    </a:custClr>
    <a:custClr name="Orange Shade 1">
      <a:srgbClr val="C47800"/>
    </a:custClr>
    <a:custClr name="Orange Shade 2">
      <a:srgbClr val="A65207"/>
    </a:custClr>
    <a:custClr name="Orange Shade 3">
      <a:srgbClr val="933214"/>
    </a:custClr>
    <a:custClr name="Grey Shade 1">
      <a:srgbClr val="8C8C8C"/>
    </a:custClr>
    <a:custClr name="Grey Shade 2">
      <a:srgbClr val="767676"/>
    </a:custClr>
    <a:custClr name="Grey Shade 3">
      <a:srgbClr val="616161"/>
    </a:custClr>
    <a:custClr name="blank">
      <a:srgbClr val="FFFFFF"/>
    </a:custClr>
    <a:custClr name="Yellow Shade 1">
      <a:srgbClr val="AD842A"/>
    </a:custClr>
    <a:custClr name="Yellow Shade 2">
      <a:srgbClr val="A37219"/>
    </a:custClr>
    <a:custClr name="Yellow Shade 3">
      <a:srgbClr val="805A17"/>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Primary Green">
      <a:srgbClr val="008A00"/>
    </a:custClr>
    <a:custClr name="Alternative Green">
      <a:srgbClr val="439D2F"/>
    </a:custClr>
    <a:custClr name="Pistachio Green">
      <a:srgbClr val="719603"/>
    </a:custClr>
    <a:custClr name="Olive Green">
      <a:srgbClr val="686F12"/>
    </a:custClr>
    <a:custClr name="Peacock Green">
      <a:srgbClr val="007A53"/>
    </a:custClr>
    <a:custClr name="Moss Green">
      <a:srgbClr val="006600"/>
    </a:custClr>
    <a:custClr name="Dark Green">
      <a:srgbClr val="1A5336"/>
    </a:custClr>
    <a:custClr name="Green Grey">
      <a:srgbClr val="708573"/>
    </a:custClr>
    <a:custClr name="Khaki Grey">
      <a:srgbClr val="515B52"/>
    </a:custClr>
    <a:custClr name="Charcoal Black">
      <a:srgbClr val="2828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Section Slides - No image">
  <a:themeElements>
    <a:clrScheme name="TD Colours">
      <a:dk1>
        <a:srgbClr val="1C1C1C"/>
      </a:dk1>
      <a:lt1>
        <a:srgbClr val="FFFFFF"/>
      </a:lt1>
      <a:dk2>
        <a:srgbClr val="616161"/>
      </a:dk2>
      <a:lt2>
        <a:srgbClr val="F3F3F3"/>
      </a:lt2>
      <a:accent1>
        <a:srgbClr val="008A00"/>
      </a:accent1>
      <a:accent2>
        <a:srgbClr val="1A5336"/>
      </a:accent2>
      <a:accent3>
        <a:srgbClr val="F3F3F3"/>
      </a:accent3>
      <a:accent4>
        <a:srgbClr val="F6FAF0"/>
      </a:accent4>
      <a:accent5>
        <a:srgbClr val="038203"/>
      </a:accent5>
      <a:accent6>
        <a:srgbClr val="43B02A"/>
      </a:accent6>
      <a:hlink>
        <a:srgbClr val="038203"/>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1C1C1C"/>
    </a:custClr>
    <a:custClr name="Digital Text Green">
      <a:srgbClr val="038203"/>
    </a:custClr>
    <a:custClr name="Dark Green">
      <a:srgbClr val="1A5336"/>
    </a:custClr>
    <a:custClr name="Grey Tint BG">
      <a:srgbClr val="F3F3F3"/>
    </a:custClr>
    <a:custClr name="Green Tint BG">
      <a:srgbClr val="F6FAF0"/>
    </a:custClr>
    <a:custClr name="Primary Green">
      <a:srgbClr val="008A00"/>
    </a:custClr>
    <a:custClr name="Dark Gold">
      <a:srgbClr val="816D3F"/>
    </a:custClr>
    <a:custClr name="Matt Black">
      <a:srgbClr val="282828"/>
    </a:custClr>
    <a:custClr name="Light Gold">
      <a:srgbClr val="CFBD91"/>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ue Shade 1">
      <a:srgbClr val="4B94B9"/>
    </a:custClr>
    <a:custClr name="Blue Shade 2">
      <a:srgbClr val="31728C"/>
    </a:custClr>
    <a:custClr name="Blue Shade 3">
      <a:srgbClr val="00485E"/>
    </a:custClr>
    <a:custClr name="Orange Shade 1">
      <a:srgbClr val="C47800"/>
    </a:custClr>
    <a:custClr name="Orange Shade 2">
      <a:srgbClr val="A65207"/>
    </a:custClr>
    <a:custClr name="Orange Shade 3">
      <a:srgbClr val="933214"/>
    </a:custClr>
    <a:custClr name="Grey Shade 1">
      <a:srgbClr val="8C8C8C"/>
    </a:custClr>
    <a:custClr name="Grey Shade 2">
      <a:srgbClr val="767676"/>
    </a:custClr>
    <a:custClr name="Grey Shade 3">
      <a:srgbClr val="616161"/>
    </a:custClr>
    <a:custClr name="blank">
      <a:srgbClr val="FFFFFF"/>
    </a:custClr>
    <a:custClr name="Yellow Shade 1">
      <a:srgbClr val="AD842A"/>
    </a:custClr>
    <a:custClr name="Yellow Shade 2">
      <a:srgbClr val="A37219"/>
    </a:custClr>
    <a:custClr name="Yellow Shade 3">
      <a:srgbClr val="805A17"/>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Primary Green">
      <a:srgbClr val="008A00"/>
    </a:custClr>
    <a:custClr name="Alternative Green">
      <a:srgbClr val="439D2F"/>
    </a:custClr>
    <a:custClr name="Pistachio Green">
      <a:srgbClr val="719603"/>
    </a:custClr>
    <a:custClr name="Olive Green">
      <a:srgbClr val="686F12"/>
    </a:custClr>
    <a:custClr name="Peacock Green">
      <a:srgbClr val="007A53"/>
    </a:custClr>
    <a:custClr name="Moss Green">
      <a:srgbClr val="006600"/>
    </a:custClr>
    <a:custClr name="Dark Green">
      <a:srgbClr val="1A5336"/>
    </a:custClr>
    <a:custClr name="Green Grey">
      <a:srgbClr val="708573"/>
    </a:custClr>
    <a:custClr name="Khaki Grey">
      <a:srgbClr val="515B52"/>
    </a:custClr>
    <a:custClr name="Charcoal Black">
      <a:srgbClr val="2828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Section Slides - With Image">
  <a:themeElements>
    <a:clrScheme name="TD Colours">
      <a:dk1>
        <a:srgbClr val="1C1C1C"/>
      </a:dk1>
      <a:lt1>
        <a:srgbClr val="FFFFFF"/>
      </a:lt1>
      <a:dk2>
        <a:srgbClr val="616161"/>
      </a:dk2>
      <a:lt2>
        <a:srgbClr val="F3F3F3"/>
      </a:lt2>
      <a:accent1>
        <a:srgbClr val="008A00"/>
      </a:accent1>
      <a:accent2>
        <a:srgbClr val="1A5336"/>
      </a:accent2>
      <a:accent3>
        <a:srgbClr val="F3F3F3"/>
      </a:accent3>
      <a:accent4>
        <a:srgbClr val="F6FAF0"/>
      </a:accent4>
      <a:accent5>
        <a:srgbClr val="038203"/>
      </a:accent5>
      <a:accent6>
        <a:srgbClr val="43B02A"/>
      </a:accent6>
      <a:hlink>
        <a:srgbClr val="038203"/>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1C1C1C"/>
    </a:custClr>
    <a:custClr name="Digital Text Green">
      <a:srgbClr val="038203"/>
    </a:custClr>
    <a:custClr name="Dark Green">
      <a:srgbClr val="1A5336"/>
    </a:custClr>
    <a:custClr name="Grey Tint BG">
      <a:srgbClr val="F3F3F3"/>
    </a:custClr>
    <a:custClr name="Green Tint BG">
      <a:srgbClr val="F6FAF0"/>
    </a:custClr>
    <a:custClr name="Primary Green">
      <a:srgbClr val="008A00"/>
    </a:custClr>
    <a:custClr name="Dark Gold">
      <a:srgbClr val="816D3F"/>
    </a:custClr>
    <a:custClr name="Matt Black">
      <a:srgbClr val="282828"/>
    </a:custClr>
    <a:custClr name="Light Gold">
      <a:srgbClr val="CFBD91"/>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ue Shade 1">
      <a:srgbClr val="4B94B9"/>
    </a:custClr>
    <a:custClr name="Blue Shade 2">
      <a:srgbClr val="31728C"/>
    </a:custClr>
    <a:custClr name="Blue Shade 3">
      <a:srgbClr val="00485E"/>
    </a:custClr>
    <a:custClr name="Orange Shade 1">
      <a:srgbClr val="C47800"/>
    </a:custClr>
    <a:custClr name="Orange Shade 2">
      <a:srgbClr val="A65207"/>
    </a:custClr>
    <a:custClr name="Orange Shade 3">
      <a:srgbClr val="933214"/>
    </a:custClr>
    <a:custClr name="Grey Shade 1">
      <a:srgbClr val="8C8C8C"/>
    </a:custClr>
    <a:custClr name="Grey Shade 2">
      <a:srgbClr val="767676"/>
    </a:custClr>
    <a:custClr name="Grey Shade 3">
      <a:srgbClr val="616161"/>
    </a:custClr>
    <a:custClr name="blank">
      <a:srgbClr val="FFFFFF"/>
    </a:custClr>
    <a:custClr name="Yellow Shade 1">
      <a:srgbClr val="AD842A"/>
    </a:custClr>
    <a:custClr name="Yellow Shade 2">
      <a:srgbClr val="A37219"/>
    </a:custClr>
    <a:custClr name="Yellow Shade 3">
      <a:srgbClr val="805A17"/>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Primary Green">
      <a:srgbClr val="008A00"/>
    </a:custClr>
    <a:custClr name="Alternative Green">
      <a:srgbClr val="439D2F"/>
    </a:custClr>
    <a:custClr name="Pistachio Green">
      <a:srgbClr val="719603"/>
    </a:custClr>
    <a:custClr name="Olive Green">
      <a:srgbClr val="686F12"/>
    </a:custClr>
    <a:custClr name="Peacock Green">
      <a:srgbClr val="007A53"/>
    </a:custClr>
    <a:custClr name="Moss Green">
      <a:srgbClr val="006600"/>
    </a:custClr>
    <a:custClr name="Dark Green">
      <a:srgbClr val="1A5336"/>
    </a:custClr>
    <a:custClr name="Green Grey">
      <a:srgbClr val="708573"/>
    </a:custClr>
    <a:custClr name="Khaki Grey">
      <a:srgbClr val="515B52"/>
    </a:custClr>
    <a:custClr name="Charcoal Black">
      <a:srgbClr val="2828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Content Slides">
  <a:themeElements>
    <a:clrScheme name="TD Colours">
      <a:dk1>
        <a:srgbClr val="1C1C1C"/>
      </a:dk1>
      <a:lt1>
        <a:srgbClr val="FFFFFF"/>
      </a:lt1>
      <a:dk2>
        <a:srgbClr val="038203"/>
      </a:dk2>
      <a:lt2>
        <a:srgbClr val="F3F3F3"/>
      </a:lt2>
      <a:accent1>
        <a:srgbClr val="008A00"/>
      </a:accent1>
      <a:accent2>
        <a:srgbClr val="1A5336"/>
      </a:accent2>
      <a:accent3>
        <a:srgbClr val="F3F3F3"/>
      </a:accent3>
      <a:accent4>
        <a:srgbClr val="F6FAF0"/>
      </a:accent4>
      <a:accent5>
        <a:srgbClr val="038203"/>
      </a:accent5>
      <a:accent6>
        <a:srgbClr val="43B02A"/>
      </a:accent6>
      <a:hlink>
        <a:srgbClr val="038203"/>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1C1C1C"/>
    </a:custClr>
    <a:custClr name="Digital Text Green">
      <a:srgbClr val="038203"/>
    </a:custClr>
    <a:custClr name="Dark Green">
      <a:srgbClr val="1A5336"/>
    </a:custClr>
    <a:custClr name="Grey Tint BG">
      <a:srgbClr val="F3F3F3"/>
    </a:custClr>
    <a:custClr name="Green Tint BG">
      <a:srgbClr val="F6FAF0"/>
    </a:custClr>
    <a:custClr name="Primary Green">
      <a:srgbClr val="008A00"/>
    </a:custClr>
    <a:custClr name="Dark Gold">
      <a:srgbClr val="816D3F"/>
    </a:custClr>
    <a:custClr name="Matt Black">
      <a:srgbClr val="282828"/>
    </a:custClr>
    <a:custClr name="Light Gold">
      <a:srgbClr val="CFBD91"/>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ue Shade 1">
      <a:srgbClr val="4B94B9"/>
    </a:custClr>
    <a:custClr name="Blue Shade 2">
      <a:srgbClr val="31728C"/>
    </a:custClr>
    <a:custClr name="Blue Shade 3">
      <a:srgbClr val="00485E"/>
    </a:custClr>
    <a:custClr name="Orange Shade 1">
      <a:srgbClr val="C47800"/>
    </a:custClr>
    <a:custClr name="Orange Shade 2">
      <a:srgbClr val="A65207"/>
    </a:custClr>
    <a:custClr name="Orange Shade 3">
      <a:srgbClr val="933214"/>
    </a:custClr>
    <a:custClr name="Grey Shade 1">
      <a:srgbClr val="8C8C8C"/>
    </a:custClr>
    <a:custClr name="Grey Shade 2">
      <a:srgbClr val="767676"/>
    </a:custClr>
    <a:custClr name="Grey Shade 3">
      <a:srgbClr val="616161"/>
    </a:custClr>
    <a:custClr name="blank">
      <a:srgbClr val="FFFFFF"/>
    </a:custClr>
    <a:custClr name="Yellow Shade 1">
      <a:srgbClr val="AD842A"/>
    </a:custClr>
    <a:custClr name="Yellow Shade 2">
      <a:srgbClr val="A37219"/>
    </a:custClr>
    <a:custClr name="Yellow Shade 3">
      <a:srgbClr val="805A17"/>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Primary Green">
      <a:srgbClr val="008A00"/>
    </a:custClr>
    <a:custClr name="Alternative Green">
      <a:srgbClr val="439D2F"/>
    </a:custClr>
    <a:custClr name="Pistachio Green">
      <a:srgbClr val="719603"/>
    </a:custClr>
    <a:custClr name="Olive Green">
      <a:srgbClr val="686F12"/>
    </a:custClr>
    <a:custClr name="Peacock Green">
      <a:srgbClr val="007A53"/>
    </a:custClr>
    <a:custClr name="Moss Green">
      <a:srgbClr val="006600"/>
    </a:custClr>
    <a:custClr name="Dark Green">
      <a:srgbClr val="1A5336"/>
    </a:custClr>
    <a:custClr name="Green Grey">
      <a:srgbClr val="708573"/>
    </a:custClr>
    <a:custClr name="Khaki Grey">
      <a:srgbClr val="515B52"/>
    </a:custClr>
    <a:custClr name="Charcoal Black">
      <a:srgbClr val="2828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Quotes &amp; Statements">
  <a:themeElements>
    <a:clrScheme name="TD Colours">
      <a:dk1>
        <a:srgbClr val="1C1C1C"/>
      </a:dk1>
      <a:lt1>
        <a:srgbClr val="FFFFFF"/>
      </a:lt1>
      <a:dk2>
        <a:srgbClr val="616161"/>
      </a:dk2>
      <a:lt2>
        <a:srgbClr val="F3F3F3"/>
      </a:lt2>
      <a:accent1>
        <a:srgbClr val="008A00"/>
      </a:accent1>
      <a:accent2>
        <a:srgbClr val="1A5336"/>
      </a:accent2>
      <a:accent3>
        <a:srgbClr val="F3F3F3"/>
      </a:accent3>
      <a:accent4>
        <a:srgbClr val="F6FAF0"/>
      </a:accent4>
      <a:accent5>
        <a:srgbClr val="038203"/>
      </a:accent5>
      <a:accent6>
        <a:srgbClr val="43B02A"/>
      </a:accent6>
      <a:hlink>
        <a:srgbClr val="038203"/>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1C1C1C"/>
    </a:custClr>
    <a:custClr name="Digital Text Green">
      <a:srgbClr val="038203"/>
    </a:custClr>
    <a:custClr name="Dark Green">
      <a:srgbClr val="1A5336"/>
    </a:custClr>
    <a:custClr name="Grey Tint BG">
      <a:srgbClr val="F3F3F3"/>
    </a:custClr>
    <a:custClr name="Green Tint BG">
      <a:srgbClr val="F6FAF0"/>
    </a:custClr>
    <a:custClr name="Primary Green">
      <a:srgbClr val="008A00"/>
    </a:custClr>
    <a:custClr name="Dark Gold">
      <a:srgbClr val="816D3F"/>
    </a:custClr>
    <a:custClr name="Matt Black">
      <a:srgbClr val="282828"/>
    </a:custClr>
    <a:custClr name="Light Gold">
      <a:srgbClr val="CFBD91"/>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ue Shade 1">
      <a:srgbClr val="4B94B9"/>
    </a:custClr>
    <a:custClr name="Blue Shade 2">
      <a:srgbClr val="31728C"/>
    </a:custClr>
    <a:custClr name="Blue Shade 3">
      <a:srgbClr val="00485E"/>
    </a:custClr>
    <a:custClr name="Orange Shade 1">
      <a:srgbClr val="C47800"/>
    </a:custClr>
    <a:custClr name="Orange Shade 2">
      <a:srgbClr val="A65207"/>
    </a:custClr>
    <a:custClr name="Orange Shade 3">
      <a:srgbClr val="933214"/>
    </a:custClr>
    <a:custClr name="Grey Shade 1">
      <a:srgbClr val="8C8C8C"/>
    </a:custClr>
    <a:custClr name="Grey Shade 2">
      <a:srgbClr val="767676"/>
    </a:custClr>
    <a:custClr name="Grey Shade 3">
      <a:srgbClr val="616161"/>
    </a:custClr>
    <a:custClr name="blank">
      <a:srgbClr val="FFFFFF"/>
    </a:custClr>
    <a:custClr name="Yellow Shade 1">
      <a:srgbClr val="AD842A"/>
    </a:custClr>
    <a:custClr name="Yellow Shade 2">
      <a:srgbClr val="A37219"/>
    </a:custClr>
    <a:custClr name="Yellow Shade 3">
      <a:srgbClr val="805A17"/>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Primary Green">
      <a:srgbClr val="008A00"/>
    </a:custClr>
    <a:custClr name="Alternative Green">
      <a:srgbClr val="439D2F"/>
    </a:custClr>
    <a:custClr name="Pistachio Green">
      <a:srgbClr val="719603"/>
    </a:custClr>
    <a:custClr name="Olive Green">
      <a:srgbClr val="686F12"/>
    </a:custClr>
    <a:custClr name="Peacock Green">
      <a:srgbClr val="007A53"/>
    </a:custClr>
    <a:custClr name="Moss Green">
      <a:srgbClr val="006600"/>
    </a:custClr>
    <a:custClr name="Dark Green">
      <a:srgbClr val="1A5336"/>
    </a:custClr>
    <a:custClr name="Green Grey">
      <a:srgbClr val="708573"/>
    </a:custClr>
    <a:custClr name="Khaki Grey">
      <a:srgbClr val="515B52"/>
    </a:custClr>
    <a:custClr name="Charcoal Black">
      <a:srgbClr val="2828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Charts &amp; Graphs">
  <a:themeElements>
    <a:clrScheme name="Data Vis 1">
      <a:dk1>
        <a:srgbClr val="000000"/>
      </a:dk1>
      <a:lt1>
        <a:srgbClr val="FFFFFF"/>
      </a:lt1>
      <a:dk2>
        <a:srgbClr val="616161"/>
      </a:dk2>
      <a:lt2>
        <a:srgbClr val="F3F3F3"/>
      </a:lt2>
      <a:accent1>
        <a:srgbClr val="008A00"/>
      </a:accent1>
      <a:accent2>
        <a:srgbClr val="1A5336"/>
      </a:accent2>
      <a:accent3>
        <a:srgbClr val="4B93B9"/>
      </a:accent3>
      <a:accent4>
        <a:srgbClr val="C37800"/>
      </a:accent4>
      <a:accent5>
        <a:srgbClr val="767676"/>
      </a:accent5>
      <a:accent6>
        <a:srgbClr val="933214"/>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1C1C1C"/>
    </a:custClr>
    <a:custClr name="Digital Text Green">
      <a:srgbClr val="038203"/>
    </a:custClr>
    <a:custClr name="Dark Green">
      <a:srgbClr val="1A5336"/>
    </a:custClr>
    <a:custClr name="Grey Tint BG">
      <a:srgbClr val="F3F3F3"/>
    </a:custClr>
    <a:custClr name="Green Tint BG">
      <a:srgbClr val="F6FAF0"/>
    </a:custClr>
    <a:custClr name="Primary Green">
      <a:srgbClr val="008A00"/>
    </a:custClr>
    <a:custClr name="Dark Gold">
      <a:srgbClr val="816D3F"/>
    </a:custClr>
    <a:custClr name="Matt Black">
      <a:srgbClr val="282828"/>
    </a:custClr>
    <a:custClr name="Light Gold">
      <a:srgbClr val="CFBD91"/>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ue Shade 1">
      <a:srgbClr val="4B94B9"/>
    </a:custClr>
    <a:custClr name="Blue Shade 2">
      <a:srgbClr val="31728C"/>
    </a:custClr>
    <a:custClr name="Blue Shade 3">
      <a:srgbClr val="00485E"/>
    </a:custClr>
    <a:custClr name="Orange Shade 1">
      <a:srgbClr val="C47800"/>
    </a:custClr>
    <a:custClr name="Orange Shade 2">
      <a:srgbClr val="A65207"/>
    </a:custClr>
    <a:custClr name="Orange Shade 3">
      <a:srgbClr val="933214"/>
    </a:custClr>
    <a:custClr name="Grey Shade 1">
      <a:srgbClr val="8C8C8C"/>
    </a:custClr>
    <a:custClr name="Grey Shade 2">
      <a:srgbClr val="767676"/>
    </a:custClr>
    <a:custClr name="Grey Shade 3">
      <a:srgbClr val="616161"/>
    </a:custClr>
    <a:custClr name="blank">
      <a:srgbClr val="FFFFFF"/>
    </a:custClr>
    <a:custClr name="Yellow Shade 1">
      <a:srgbClr val="AD842A"/>
    </a:custClr>
    <a:custClr name="Yellow Shade 2">
      <a:srgbClr val="A37219"/>
    </a:custClr>
    <a:custClr name="Yellow Shade 3">
      <a:srgbClr val="805A17"/>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Primary Green">
      <a:srgbClr val="008A00"/>
    </a:custClr>
    <a:custClr name="Alternative Green">
      <a:srgbClr val="439D2F"/>
    </a:custClr>
    <a:custClr name="Pistachio Green">
      <a:srgbClr val="719603"/>
    </a:custClr>
    <a:custClr name="Olive Green">
      <a:srgbClr val="686F12"/>
    </a:custClr>
    <a:custClr name="Peacock Green">
      <a:srgbClr val="007A53"/>
    </a:custClr>
    <a:custClr name="Moss Green">
      <a:srgbClr val="006600"/>
    </a:custClr>
    <a:custClr name="Dark Green">
      <a:srgbClr val="1A5336"/>
    </a:custClr>
    <a:custClr name="Green Grey">
      <a:srgbClr val="708573"/>
    </a:custClr>
    <a:custClr name="Khaki Grey">
      <a:srgbClr val="515B52"/>
    </a:custClr>
    <a:custClr name="Charcoal Black">
      <a:srgbClr val="2828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End Slides">
  <a:themeElements>
    <a:clrScheme name="TD Colours">
      <a:dk1>
        <a:srgbClr val="1C1C1C"/>
      </a:dk1>
      <a:lt1>
        <a:srgbClr val="FFFFFF"/>
      </a:lt1>
      <a:dk2>
        <a:srgbClr val="616161"/>
      </a:dk2>
      <a:lt2>
        <a:srgbClr val="F3F3F3"/>
      </a:lt2>
      <a:accent1>
        <a:srgbClr val="008A00"/>
      </a:accent1>
      <a:accent2>
        <a:srgbClr val="1A5336"/>
      </a:accent2>
      <a:accent3>
        <a:srgbClr val="F3F3F3"/>
      </a:accent3>
      <a:accent4>
        <a:srgbClr val="F6FAF0"/>
      </a:accent4>
      <a:accent5>
        <a:srgbClr val="038203"/>
      </a:accent5>
      <a:accent6>
        <a:srgbClr val="43B02A"/>
      </a:accent6>
      <a:hlink>
        <a:srgbClr val="038203"/>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1C1C1C"/>
    </a:custClr>
    <a:custClr name="Digital Text Green">
      <a:srgbClr val="038203"/>
    </a:custClr>
    <a:custClr name="Dark Green">
      <a:srgbClr val="1A5336"/>
    </a:custClr>
    <a:custClr name="Grey Tint BG">
      <a:srgbClr val="F3F3F3"/>
    </a:custClr>
    <a:custClr name="Green Tint BG">
      <a:srgbClr val="F6FAF0"/>
    </a:custClr>
    <a:custClr name="Primary Green">
      <a:srgbClr val="008A00"/>
    </a:custClr>
    <a:custClr name="Dark Gold">
      <a:srgbClr val="816D3F"/>
    </a:custClr>
    <a:custClr name="Matt Black">
      <a:srgbClr val="282828"/>
    </a:custClr>
    <a:custClr name="Light Gold">
      <a:srgbClr val="CFBD91"/>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ue Shade 1">
      <a:srgbClr val="4B94B9"/>
    </a:custClr>
    <a:custClr name="Blue Shade 2">
      <a:srgbClr val="31728C"/>
    </a:custClr>
    <a:custClr name="Blue Shade 3">
      <a:srgbClr val="00485E"/>
    </a:custClr>
    <a:custClr name="Orange Shade 1">
      <a:srgbClr val="C47800"/>
    </a:custClr>
    <a:custClr name="Orange Shade 2">
      <a:srgbClr val="A65207"/>
    </a:custClr>
    <a:custClr name="Orange Shade 3">
      <a:srgbClr val="933214"/>
    </a:custClr>
    <a:custClr name="Grey Shade 1">
      <a:srgbClr val="8C8C8C"/>
    </a:custClr>
    <a:custClr name="Grey Shade 2">
      <a:srgbClr val="767676"/>
    </a:custClr>
    <a:custClr name="Grey Shade 3">
      <a:srgbClr val="616161"/>
    </a:custClr>
    <a:custClr name="blank">
      <a:srgbClr val="FFFFFF"/>
    </a:custClr>
    <a:custClr name="Yellow Shade 1">
      <a:srgbClr val="AD842A"/>
    </a:custClr>
    <a:custClr name="Yellow Shade 2">
      <a:srgbClr val="A37219"/>
    </a:custClr>
    <a:custClr name="Yellow Shade 3">
      <a:srgbClr val="805A17"/>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Primary Green">
      <a:srgbClr val="008A00"/>
    </a:custClr>
    <a:custClr name="Alternative Green">
      <a:srgbClr val="439D2F"/>
    </a:custClr>
    <a:custClr name="Pistachio Green">
      <a:srgbClr val="719603"/>
    </a:custClr>
    <a:custClr name="Olive Green">
      <a:srgbClr val="686F12"/>
    </a:custClr>
    <a:custClr name="Peacock Green">
      <a:srgbClr val="007A53"/>
    </a:custClr>
    <a:custClr name="Moss Green">
      <a:srgbClr val="006600"/>
    </a:custClr>
    <a:custClr name="Dark Green">
      <a:srgbClr val="1A5336"/>
    </a:custClr>
    <a:custClr name="Green Grey">
      <a:srgbClr val="708573"/>
    </a:custClr>
    <a:custClr name="Khaki Grey">
      <a:srgbClr val="515B52"/>
    </a:custClr>
    <a:custClr name="Charcoal Black">
      <a:srgbClr val="2828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1C1C1C"/>
    </a:custClr>
    <a:custClr name="Digital Text Green">
      <a:srgbClr val="038203"/>
    </a:custClr>
    <a:custClr name="Dark Green">
      <a:srgbClr val="1A5336"/>
    </a:custClr>
    <a:custClr name="Grey Tint BG">
      <a:srgbClr val="F3F3F3"/>
    </a:custClr>
    <a:custClr name="Green Tint BG">
      <a:srgbClr val="F6FAF0"/>
    </a:custClr>
    <a:custClr name="Primary Green">
      <a:srgbClr val="008A00"/>
    </a:custClr>
    <a:custClr name="Dark Gold">
      <a:srgbClr val="816D3F"/>
    </a:custClr>
    <a:custClr name="Matt Black">
      <a:srgbClr val="282828"/>
    </a:custClr>
    <a:custClr name="Light Gold">
      <a:srgbClr val="CFBD91"/>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ue Shade 1">
      <a:srgbClr val="4B94B9"/>
    </a:custClr>
    <a:custClr name="Blue Shade 2">
      <a:srgbClr val="31728C"/>
    </a:custClr>
    <a:custClr name="Blue Shade 3">
      <a:srgbClr val="00485E"/>
    </a:custClr>
    <a:custClr name="Orange Shade 1">
      <a:srgbClr val="C47800"/>
    </a:custClr>
    <a:custClr name="Orange Shade 2">
      <a:srgbClr val="A65207"/>
    </a:custClr>
    <a:custClr name="Orange Shade 3">
      <a:srgbClr val="933214"/>
    </a:custClr>
    <a:custClr name="Grey Shade 1">
      <a:srgbClr val="8C8C8C"/>
    </a:custClr>
    <a:custClr name="Grey Shade 2">
      <a:srgbClr val="767676"/>
    </a:custClr>
    <a:custClr name="Grey Shade 3">
      <a:srgbClr val="616161"/>
    </a:custClr>
    <a:custClr name="blank">
      <a:srgbClr val="FFFFFF"/>
    </a:custClr>
    <a:custClr name="Yellow Shade 1">
      <a:srgbClr val="AD842A"/>
    </a:custClr>
    <a:custClr name="Yellow Shade 2">
      <a:srgbClr val="A37219"/>
    </a:custClr>
    <a:custClr name="Yellow Shade 3">
      <a:srgbClr val="805A17"/>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Primary Green">
      <a:srgbClr val="008A00"/>
    </a:custClr>
    <a:custClr name="Alternative Green">
      <a:srgbClr val="439D2F"/>
    </a:custClr>
    <a:custClr name="Pistachio Green">
      <a:srgbClr val="719603"/>
    </a:custClr>
    <a:custClr name="Olive Green">
      <a:srgbClr val="686F12"/>
    </a:custClr>
    <a:custClr name="Peacock Green">
      <a:srgbClr val="007A53"/>
    </a:custClr>
    <a:custClr name="Moss Green">
      <a:srgbClr val="006600"/>
    </a:custClr>
    <a:custClr name="Dark Green">
      <a:srgbClr val="1A5336"/>
    </a:custClr>
    <a:custClr name="Green Grey">
      <a:srgbClr val="708573"/>
    </a:custClr>
    <a:custClr name="Khaki Grey">
      <a:srgbClr val="515B52"/>
    </a:custClr>
    <a:custClr name="Charcoal Black">
      <a:srgbClr val="2828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1C1C1C"/>
    </a:custClr>
    <a:custClr name="Digital Text Green">
      <a:srgbClr val="038203"/>
    </a:custClr>
    <a:custClr name="Dark Green">
      <a:srgbClr val="1A5336"/>
    </a:custClr>
    <a:custClr name="Grey Tint BG">
      <a:srgbClr val="F3F3F3"/>
    </a:custClr>
    <a:custClr name="Green Tint BG">
      <a:srgbClr val="F6FAF0"/>
    </a:custClr>
    <a:custClr name="Primary Green">
      <a:srgbClr val="008A00"/>
    </a:custClr>
    <a:custClr name="Dark Gold">
      <a:srgbClr val="816D3F"/>
    </a:custClr>
    <a:custClr name="Matt Black">
      <a:srgbClr val="282828"/>
    </a:custClr>
    <a:custClr name="Light Gold">
      <a:srgbClr val="CFBD91"/>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ue Shade 1">
      <a:srgbClr val="4B94B9"/>
    </a:custClr>
    <a:custClr name="Blue Shade 2">
      <a:srgbClr val="31728C"/>
    </a:custClr>
    <a:custClr name="Blue Shade 3">
      <a:srgbClr val="00485E"/>
    </a:custClr>
    <a:custClr name="Orange Shade 1">
      <a:srgbClr val="C47800"/>
    </a:custClr>
    <a:custClr name="Orange Shade 2">
      <a:srgbClr val="A65207"/>
    </a:custClr>
    <a:custClr name="Orange Shade 3">
      <a:srgbClr val="933214"/>
    </a:custClr>
    <a:custClr name="Grey Shade 1">
      <a:srgbClr val="8C8C8C"/>
    </a:custClr>
    <a:custClr name="Grey Shade 2">
      <a:srgbClr val="767676"/>
    </a:custClr>
    <a:custClr name="Grey Shade 3">
      <a:srgbClr val="616161"/>
    </a:custClr>
    <a:custClr name="blank">
      <a:srgbClr val="FFFFFF"/>
    </a:custClr>
    <a:custClr name="Yellow Shade 1">
      <a:srgbClr val="AD842A"/>
    </a:custClr>
    <a:custClr name="Yellow Shade 2">
      <a:srgbClr val="A37219"/>
    </a:custClr>
    <a:custClr name="Yellow Shade 3">
      <a:srgbClr val="805A17"/>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Primary Green">
      <a:srgbClr val="008A00"/>
    </a:custClr>
    <a:custClr name="Alternative Green">
      <a:srgbClr val="439D2F"/>
    </a:custClr>
    <a:custClr name="Pistachio Green">
      <a:srgbClr val="719603"/>
    </a:custClr>
    <a:custClr name="Olive Green">
      <a:srgbClr val="686F12"/>
    </a:custClr>
    <a:custClr name="Peacock Green">
      <a:srgbClr val="007A53"/>
    </a:custClr>
    <a:custClr name="Moss Green">
      <a:srgbClr val="006600"/>
    </a:custClr>
    <a:custClr name="Dark Green">
      <a:srgbClr val="1A5336"/>
    </a:custClr>
    <a:custClr name="Green Grey">
      <a:srgbClr val="708573"/>
    </a:custClr>
    <a:custClr name="Khaki Grey">
      <a:srgbClr val="515B52"/>
    </a:custClr>
    <a:custClr name="Charcoal Black">
      <a:srgbClr val="282828"/>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CandC_Description xmlns="4ca9bab2-2aca-4fd9-9657-56a4c58137fc" xsi:nil="true"/>
    <CandC_Featured xmlns="09163557-9e3e-4cca-a335-201a0d220a50">false</CandC_Featured>
    <CandC_Tax_8TaxHTField xmlns="09163557-9e3e-4cca-a335-201a0d220a50">
      <Terms xmlns="http://schemas.microsoft.com/office/infopath/2007/PartnerControls"/>
    </CandC_Tax_8TaxHTField>
    <TaxCatchAll xmlns="09163557-9e3e-4cca-a335-201a0d220a50" xsi:nil="true"/>
    <CandC_Tax_3TaxHTField xmlns="09163557-9e3e-4cca-a335-201a0d220a50">
      <Terms xmlns="http://schemas.microsoft.com/office/infopath/2007/PartnerControls"/>
    </CandC_Tax_3TaxHTField>
    <CandC_Tax_2TaxHTField xmlns="09163557-9e3e-4cca-a335-201a0d220a50">
      <Terms xmlns="http://schemas.microsoft.com/office/infopath/2007/PartnerControls"/>
    </CandC_Tax_2TaxHTField>
    <CandC_Tax_1TaxHTField xmlns="09163557-9e3e-4cca-a335-201a0d220a50">
      <Terms xmlns="http://schemas.microsoft.com/office/infopath/2007/PartnerControls"/>
    </CandC_Tax_1TaxHTField>
    <CandC_Tax_7TaxHTField xmlns="09163557-9e3e-4cca-a335-201a0d220a50">
      <Terms xmlns="http://schemas.microsoft.com/office/infopath/2007/PartnerControls"/>
    </CandC_Tax_7TaxHTField>
    <CandC_Tax_6TaxHTField xmlns="09163557-9e3e-4cca-a335-201a0d220a50">
      <Terms xmlns="http://schemas.microsoft.com/office/infopath/2007/PartnerControls"/>
    </CandC_Tax_6TaxHTField>
    <CandC_Tax_5TaxHTField xmlns="09163557-9e3e-4cca-a335-201a0d220a50">
      <Terms xmlns="http://schemas.microsoft.com/office/infopath/2007/PartnerControls"/>
    </CandC_Tax_5TaxHTField>
    <CandC_Tax_4TaxHTField xmlns="09163557-9e3e-4cca-a335-201a0d220a50">
      <Terms xmlns="http://schemas.microsoft.com/office/infopath/2007/PartnerControls"/>
    </CandC_Tax_4TaxHTField>
    <lcf76f155ced4ddcb4097134ff3c332f xmlns="62ee5808-495b-46b1-a0b4-53c8322ca552">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Fresh document" ma:contentTypeID="0x01010036DF8ACB058DF9489700B19236AAD59400D62DAC29EBDDEA43B1128816D2469C58" ma:contentTypeVersion="34" ma:contentTypeDescription="" ma:contentTypeScope="" ma:versionID="ed0c1b196fc8351cd0423465f87c64d8">
  <xsd:schema xmlns:xsd="http://www.w3.org/2001/XMLSchema" xmlns:xs="http://www.w3.org/2001/XMLSchema" xmlns:p="http://schemas.microsoft.com/office/2006/metadata/properties" xmlns:ns1="09163557-9e3e-4cca-a335-201a0d220a50" xmlns:ns2="4ca9bab2-2aca-4fd9-9657-56a4c58137fc" xmlns:ns4="62ee5808-495b-46b1-a0b4-53c8322ca552" targetNamespace="http://schemas.microsoft.com/office/2006/metadata/properties" ma:root="true" ma:fieldsID="82a7cace867c51053459d37303b7b379" ns1:_="" ns2:_="" ns4:_="">
    <xsd:import namespace="09163557-9e3e-4cca-a335-201a0d220a50"/>
    <xsd:import namespace="4ca9bab2-2aca-4fd9-9657-56a4c58137fc"/>
    <xsd:import namespace="62ee5808-495b-46b1-a0b4-53c8322ca552"/>
    <xsd:element name="properties">
      <xsd:complexType>
        <xsd:sequence>
          <xsd:element name="documentManagement">
            <xsd:complexType>
              <xsd:all>
                <xsd:element ref="ns1:CandC_Tax_1TaxHTField" minOccurs="0"/>
                <xsd:element ref="ns1:CandC_Tax_2TaxHTField" minOccurs="0"/>
                <xsd:element ref="ns1:CandC_Tax_3TaxHTField" minOccurs="0"/>
                <xsd:element ref="ns1:CandC_Tax_4TaxHTField" minOccurs="0"/>
                <xsd:element ref="ns1:CandC_Tax_5TaxHTField" minOccurs="0"/>
                <xsd:element ref="ns1:CandC_Tax_6TaxHTField" minOccurs="0"/>
                <xsd:element ref="ns1:CandC_Tax_7TaxHTField" minOccurs="0"/>
                <xsd:element ref="ns1:CandC_Tax_8TaxHTField" minOccurs="0"/>
                <xsd:element ref="ns1:TaxCatchAll" minOccurs="0"/>
                <xsd:element ref="ns1:TaxCatchAllLabel" minOccurs="0"/>
                <xsd:element ref="ns2:CandC_Description" minOccurs="0"/>
                <xsd:element ref="ns1:CandC_Featured" minOccurs="0"/>
                <xsd:element ref="ns4:MediaServiceMetadata" minOccurs="0"/>
                <xsd:element ref="ns4:MediaServiceFastMetadata" minOccurs="0"/>
                <xsd:element ref="ns4:MediaServiceSearchProperties" minOccurs="0"/>
                <xsd:element ref="ns4:MediaServiceObjectDetectorVersions" minOccurs="0"/>
                <xsd:element ref="ns4:MediaServiceDateTaken" minOccurs="0"/>
                <xsd:element ref="ns4:MediaServiceGenerationTime" minOccurs="0"/>
                <xsd:element ref="ns4:MediaServiceEventHashCode" minOccurs="0"/>
                <xsd:element ref="ns4:MediaLengthInSeconds" minOccurs="0"/>
                <xsd:element ref="ns4:lcf76f155ced4ddcb4097134ff3c332f" minOccurs="0"/>
                <xsd:element ref="ns4: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163557-9e3e-4cca-a335-201a0d220a50" elementFormDefault="qualified">
    <xsd:import namespace="http://schemas.microsoft.com/office/2006/documentManagement/types"/>
    <xsd:import namespace="http://schemas.microsoft.com/office/infopath/2007/PartnerControls"/>
    <xsd:element name="CandC_Tax_1TaxHTField" ma:index="0" nillable="true" ma:taxonomy="true" ma:internalName="CandC_Tax_1TaxHTField" ma:taxonomyFieldName="CandC_Tax_1" ma:displayName="Location" ma:fieldId="{f0f184d7-0b9b-444f-94bc-10343587c733}" ma:taxonomyMulti="true" ma:sspId="edc896b1-a773-47ee-9c00-bdef5aea9ec8" ma:termSetId="ffd99857-61e1-48b4-8df8-8d66ee64c601" ma:anchorId="00000000-0000-0000-0000-000000000000" ma:open="false" ma:isKeyword="false">
      <xsd:complexType>
        <xsd:sequence>
          <xsd:element ref="pc:Terms" minOccurs="0" maxOccurs="1"/>
        </xsd:sequence>
      </xsd:complexType>
    </xsd:element>
    <xsd:element name="CandC_Tax_2TaxHTField" ma:index="1" nillable="true" ma:taxonomy="true" ma:internalName="CandC_Tax_2TaxHTField" ma:taxonomyFieldName="CandC_Tax_2" ma:displayName="Department" ma:fieldId="{6454b680-6f34-4f01-97ca-34334082f070}" ma:taxonomyMulti="true" ma:sspId="edc896b1-a773-47ee-9c00-bdef5aea9ec8" ma:termSetId="ffaf7768-0d89-411d-923f-5b3c181c5602" ma:anchorId="00000000-0000-0000-0000-000000000000" ma:open="false" ma:isKeyword="false">
      <xsd:complexType>
        <xsd:sequence>
          <xsd:element ref="pc:Terms" minOccurs="0" maxOccurs="1"/>
        </xsd:sequence>
      </xsd:complexType>
    </xsd:element>
    <xsd:element name="CandC_Tax_3TaxHTField" ma:index="2" nillable="true" ma:taxonomy="true" ma:internalName="CandC_Tax_3TaxHTField" ma:taxonomyFieldName="CandC_Tax_3" ma:displayName="Function" ma:fieldId="{759fb41c-e9f4-4f8d-a428-53bd45fa9de8}" ma:taxonomyMulti="true" ma:sspId="edc896b1-a773-47ee-9c00-bdef5aea9ec8" ma:termSetId="ff8b7fb8-8d6c-4fb5-9c4b-efe4c0fd0b03" ma:anchorId="00000000-0000-0000-0000-000000000000" ma:open="false" ma:isKeyword="false">
      <xsd:complexType>
        <xsd:sequence>
          <xsd:element ref="pc:Terms" minOccurs="0" maxOccurs="1"/>
        </xsd:sequence>
      </xsd:complexType>
    </xsd:element>
    <xsd:element name="CandC_Tax_4TaxHTField" ma:index="3" nillable="true" ma:taxonomy="true" ma:internalName="CandC_Tax_4TaxHTField" ma:taxonomyFieldName="CandC_Tax_4" ma:displayName="Topic" ma:fieldId="{7884c4a6-666a-4c96-8d95-b481dcac504b}" ma:taxonomyMulti="true" ma:sspId="edc896b1-a773-47ee-9c00-bdef5aea9ec8" ma:termSetId="ffe3f6ba-f8bf-48b7-ba86-ac84da04c904" ma:anchorId="00000000-0000-0000-0000-000000000000" ma:open="true" ma:isKeyword="false">
      <xsd:complexType>
        <xsd:sequence>
          <xsd:element ref="pc:Terms" minOccurs="0" maxOccurs="1"/>
        </xsd:sequence>
      </xsd:complexType>
    </xsd:element>
    <xsd:element name="CandC_Tax_5TaxHTField" ma:index="4" nillable="true" ma:taxonomy="true" ma:internalName="CandC_Tax_5TaxHTField" ma:taxonomyFieldName="CandC_Tax_5" ma:displayName="Audience" ma:fieldId="{8ec7b074-a3be-4541-acc0-5ffdcce0b2ed}" ma:taxonomyMulti="true" ma:sspId="edc896b1-a773-47ee-9c00-bdef5aea9ec8" ma:termSetId="ff4846b2-2b74-4902-9ad5-97c19210a205" ma:anchorId="00000000-0000-0000-0000-000000000000" ma:open="true" ma:isKeyword="false">
      <xsd:complexType>
        <xsd:sequence>
          <xsd:element ref="pc:Terms" minOccurs="0" maxOccurs="1"/>
        </xsd:sequence>
      </xsd:complexType>
    </xsd:element>
    <xsd:element name="CandC_Tax_6TaxHTField" ma:index="5" nillable="true" ma:taxonomy="true" ma:internalName="CandC_Tax_6TaxHTField" ma:taxonomyFieldName="CandC_Tax_6" ma:displayName="Language" ma:fieldId="{265a5956-1c57-4a67-958f-c252aefd9f60}" ma:taxonomyMulti="true" ma:sspId="edc896b1-a773-47ee-9c00-bdef5aea9ec8" ma:termSetId="ff7cfce7-eae6-4c60-8d46-851dd1234f06" ma:anchorId="00000000-0000-0000-0000-000000000000" ma:open="true" ma:isKeyword="false">
      <xsd:complexType>
        <xsd:sequence>
          <xsd:element ref="pc:Terms" minOccurs="0" maxOccurs="1"/>
        </xsd:sequence>
      </xsd:complexType>
    </xsd:element>
    <xsd:element name="CandC_Tax_7TaxHTField" ma:index="6" nillable="true" ma:taxonomy="true" ma:internalName="CandC_Tax_7TaxHTField" ma:taxonomyFieldName="CandC_Tax_7" ma:displayName="Type of content" ma:fieldId="{95b187bc-b8e0-4cc3-9d90-48d038784e6d}" ma:taxonomyMulti="true" ma:sspId="edc896b1-a773-47ee-9c00-bdef5aea9ec8" ma:termSetId="ffd3af59-f51e-4cd5-9071-609359012c07" ma:anchorId="00000000-0000-0000-0000-000000000000" ma:open="true" ma:isKeyword="false">
      <xsd:complexType>
        <xsd:sequence>
          <xsd:element ref="pc:Terms" minOccurs="0" maxOccurs="1"/>
        </xsd:sequence>
      </xsd:complexType>
    </xsd:element>
    <xsd:element name="CandC_Tax_8TaxHTField" ma:index="7" nillable="true" ma:taxonomy="true" ma:internalName="CandC_Tax_8TaxHTField" ma:taxonomyFieldName="CandC_Tax_8" ma:displayName="Action type" ma:fieldId="{36cccf54-ed80-4bef-98cb-ca575c7ad017}" ma:taxonomyMulti="true" ma:sspId="edc896b1-a773-47ee-9c00-bdef5aea9ec8" ma:termSetId="ff3cfff5-1738-46b7-a743-bfa84c66eb08" ma:anchorId="00000000-0000-0000-0000-000000000000" ma:open="true" ma:isKeyword="false">
      <xsd:complexType>
        <xsd:sequence>
          <xsd:element ref="pc:Terms" minOccurs="0" maxOccurs="1"/>
        </xsd:sequence>
      </xsd:complexType>
    </xsd:element>
    <xsd:element name="TaxCatchAll" ma:index="8" nillable="true" ma:displayName="Taxonomy Catch All Column" ma:hidden="true" ma:list="{2c41ac80-737e-4220-b161-e149493302a7}" ma:internalName="TaxCatchAll" ma:showField="CatchAllData" ma:web="09163557-9e3e-4cca-a335-201a0d220a50">
      <xsd:complexType>
        <xsd:complexContent>
          <xsd:extension base="dms:MultiChoiceLookup">
            <xsd:sequence>
              <xsd:element name="Value" type="dms:Lookup" maxOccurs="unbounded" minOccurs="0" nillable="true"/>
            </xsd:sequence>
          </xsd:extension>
        </xsd:complexContent>
      </xsd:complexType>
    </xsd:element>
    <xsd:element name="TaxCatchAllLabel" ma:index="9" nillable="true" ma:displayName="Taxonomy Catch All Column1" ma:hidden="true" ma:list="{2c41ac80-737e-4220-b161-e149493302a7}" ma:internalName="TaxCatchAllLabel" ma:readOnly="true" ma:showField="CatchAllDataLabel" ma:web="09163557-9e3e-4cca-a335-201a0d220a50">
      <xsd:complexType>
        <xsd:complexContent>
          <xsd:extension base="dms:MultiChoiceLookup">
            <xsd:sequence>
              <xsd:element name="Value" type="dms:Lookup" maxOccurs="unbounded" minOccurs="0" nillable="true"/>
            </xsd:sequence>
          </xsd:extension>
        </xsd:complexContent>
      </xsd:complexType>
    </xsd:element>
    <xsd:element name="CandC_Featured" ma:index="19" nillable="true" ma:displayName="Featured" ma:default="0" ma:internalName="CandC_Feature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4ca9bab2-2aca-4fd9-9657-56a4c58137fc" elementFormDefault="qualified">
    <xsd:import namespace="http://schemas.microsoft.com/office/2006/documentManagement/types"/>
    <xsd:import namespace="http://schemas.microsoft.com/office/infopath/2007/PartnerControls"/>
    <xsd:element name="CandC_Description" ma:index="18" nillable="true" ma:displayName="Short description" ma:internalName="CandC_Description">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2ee5808-495b-46b1-a0b4-53c8322ca552" elementFormDefault="qualified">
    <xsd:import namespace="http://schemas.microsoft.com/office/2006/documentManagement/types"/>
    <xsd:import namespace="http://schemas.microsoft.com/office/infopath/2007/PartnerControls"/>
    <xsd:element name="MediaServiceMetadata" ma:index="28" nillable="true" ma:displayName="MediaServiceMetadata" ma:hidden="true" ma:internalName="MediaServiceMetadata" ma:readOnly="true">
      <xsd:simpleType>
        <xsd:restriction base="dms:Note"/>
      </xsd:simpleType>
    </xsd:element>
    <xsd:element name="MediaServiceFastMetadata" ma:index="29" nillable="true" ma:displayName="MediaServiceFastMetadata" ma:hidden="true" ma:internalName="MediaServiceFastMetadata" ma:readOnly="true">
      <xsd:simpleType>
        <xsd:restriction base="dms:Note"/>
      </xsd:simpleType>
    </xsd:element>
    <xsd:element name="MediaServiceSearchProperties" ma:index="30" nillable="true" ma:displayName="MediaServiceSearchProperties" ma:hidden="true" ma:internalName="MediaServiceSearchProperties" ma:readOnly="true">
      <xsd:simpleType>
        <xsd:restriction base="dms:Note"/>
      </xsd:simpleType>
    </xsd:element>
    <xsd:element name="MediaServiceObjectDetectorVersions" ma:index="31" nillable="true" ma:displayName="MediaServiceObjectDetectorVersions" ma:hidden="true" ma:indexed="true" ma:internalName="MediaServiceObjectDetectorVersions" ma:readOnly="true">
      <xsd:simpleType>
        <xsd:restriction base="dms:Text"/>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element name="lcf76f155ced4ddcb4097134ff3c332f" ma:index="37" nillable="true" ma:taxonomy="true" ma:internalName="lcf76f155ced4ddcb4097134ff3c332f" ma:taxonomyFieldName="MediaServiceImageTags" ma:displayName="Image Tags" ma:readOnly="false" ma:fieldId="{5cf76f15-5ced-4ddc-b409-7134ff3c332f}" ma:taxonomyMulti="true" ma:sspId="edc896b1-a773-47ee-9c00-bdef5aea9ec8" ma:termSetId="09814cd3-568e-fe90-9814-8d621ff8fb84" ma:anchorId="fba54fb3-c3e1-fe81-a776-ca4b69148c4d" ma:open="true" ma:isKeyword="false">
      <xsd:complexType>
        <xsd:sequence>
          <xsd:element ref="pc:Terms" minOccurs="0" maxOccurs="1"/>
        </xsd:sequence>
      </xsd:complexType>
    </xsd:element>
    <xsd:element name="MediaServiceOCR" ma:index="3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4" ma:displayName="Content Type"/>
        <xsd:element ref="dc:title" minOccurs="0" maxOccurs="1" ma:index="20"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DBEFF50-64C6-4130-A859-A30D9DF820A9}">
  <ds:schemaRefs>
    <ds:schemaRef ds:uri="http://schemas.microsoft.com/sharepoint/v3/contenttype/forms"/>
  </ds:schemaRefs>
</ds:datastoreItem>
</file>

<file path=customXml/itemProps2.xml><?xml version="1.0" encoding="utf-8"?>
<ds:datastoreItem xmlns:ds="http://schemas.openxmlformats.org/officeDocument/2006/customXml" ds:itemID="{6C6C7BFC-0105-4862-AB27-13B519DADAFC}">
  <ds:schemaRefs>
    <ds:schemaRef ds:uri="http://schemas.openxmlformats.org/package/2006/metadata/core-properties"/>
    <ds:schemaRef ds:uri="http://purl.org/dc/dcmitype/"/>
    <ds:schemaRef ds:uri="62ee5808-495b-46b1-a0b4-53c8322ca552"/>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purl.org/dc/terms/"/>
    <ds:schemaRef ds:uri="4ca9bab2-2aca-4fd9-9657-56a4c58137fc"/>
    <ds:schemaRef ds:uri="09163557-9e3e-4cca-a335-201a0d220a50"/>
    <ds:schemaRef ds:uri="http://www.w3.org/XML/1998/namespace"/>
  </ds:schemaRefs>
</ds:datastoreItem>
</file>

<file path=customXml/itemProps3.xml><?xml version="1.0" encoding="utf-8"?>
<ds:datastoreItem xmlns:ds="http://schemas.openxmlformats.org/officeDocument/2006/customXml" ds:itemID="{D6C06264-6DC7-477A-A6F9-7622D4FF49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9163557-9e3e-4cca-a335-201a0d220a50"/>
    <ds:schemaRef ds:uri="4ca9bab2-2aca-4fd9-9657-56a4c58137fc"/>
    <ds:schemaRef ds:uri="62ee5808-495b-46b1-a0b4-53c8322ca5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4398</TotalTime>
  <Words>1693</Words>
  <Application>Microsoft Office PowerPoint</Application>
  <PresentationFormat>Widescreen</PresentationFormat>
  <Paragraphs>143</Paragraphs>
  <Slides>8</Slides>
  <Notes>8</Notes>
  <HiddenSlides>0</HiddenSlides>
  <MMClips>0</MMClips>
  <ScaleCrop>false</ScaleCrop>
  <HeadingPairs>
    <vt:vector size="6" baseType="variant">
      <vt:variant>
        <vt:lpstr>Fonts Used</vt:lpstr>
      </vt:variant>
      <vt:variant>
        <vt:i4>14</vt:i4>
      </vt:variant>
      <vt:variant>
        <vt:lpstr>Theme</vt:lpstr>
      </vt:variant>
      <vt:variant>
        <vt:i4>9</vt:i4>
      </vt:variant>
      <vt:variant>
        <vt:lpstr>Slide Titles</vt:lpstr>
      </vt:variant>
      <vt:variant>
        <vt:i4>8</vt:i4>
      </vt:variant>
    </vt:vector>
  </HeadingPairs>
  <TitlesOfParts>
    <vt:vector size="31" baseType="lpstr">
      <vt:lpstr>Apple Symbols</vt:lpstr>
      <vt:lpstr>Arial</vt:lpstr>
      <vt:lpstr>Calibri</vt:lpstr>
      <vt:lpstr>Calibri Light</vt:lpstr>
      <vt:lpstr>Courier New</vt:lpstr>
      <vt:lpstr>Lato</vt:lpstr>
      <vt:lpstr>Poppins</vt:lpstr>
      <vt:lpstr>TD Graphik Bold</vt:lpstr>
      <vt:lpstr>TD Graphik Medium</vt:lpstr>
      <vt:lpstr>TD Graphik Regular</vt:lpstr>
      <vt:lpstr>TD Graphik Semibold</vt:lpstr>
      <vt:lpstr>TD Graphik Semilight</vt:lpstr>
      <vt:lpstr>Urbanist</vt:lpstr>
      <vt:lpstr>Wingdings</vt:lpstr>
      <vt:lpstr>1_Custom Design</vt:lpstr>
      <vt:lpstr>Cover Slides - With Image</vt:lpstr>
      <vt:lpstr>Agenda Slides</vt:lpstr>
      <vt:lpstr>Section Slides - No image</vt:lpstr>
      <vt:lpstr>Section Slides - With Image</vt:lpstr>
      <vt:lpstr>Content Slides</vt:lpstr>
      <vt:lpstr>Quotes &amp; Statements</vt:lpstr>
      <vt:lpstr>Charts &amp; Graphs</vt:lpstr>
      <vt:lpstr>End Slides</vt:lpstr>
      <vt:lpstr>TD Premium Migration and Personalized Loyalty Engine </vt:lpstr>
      <vt:lpstr>First, the value is delayed—customers wait months to feel rewarded. Second, redemption is complex and lacks immediate, visible value at the checkout counter. And finally, redemption is heavily skewed toward our premium cardholders, leaving our base segment largely inactivated.</vt:lpstr>
      <vt:lpstr>An everyday TD customer is trying to earn meaningful rewards on their daily purchases but struggles because traditional loyalty points take too long to accumulate and the redemption process lacks immediate, visible value.</vt:lpstr>
      <vt:lpstr>PowerPoint Presentation</vt:lpstr>
      <vt:lpstr>Top Performance Snapshot ( current state )</vt:lpstr>
      <vt:lpstr>TD Rewards is TD Bank's loyalty ( points ) program tied to its credit cards in Canada  – especially travel and rewards             cards in Canada.</vt:lpstr>
      <vt:lpstr>Small improvements in engagement at TD's scale translate into tens of millions in value</vt:lpstr>
      <vt:lpstr>Human &amp; Simple Kevin Hau, Ning Zhao, Hai Nguyen, Linda Savoia,  Bhoomi Patel, Anthony D'Costa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Leung, Reginald (he/him/his)</dc:creator>
  <cp:lastModifiedBy>Austin D'costa (510007085)</cp:lastModifiedBy>
  <cp:revision>88</cp:revision>
  <dcterms:created xsi:type="dcterms:W3CDTF">2023-04-28T17:09:35Z</dcterms:created>
  <dcterms:modified xsi:type="dcterms:W3CDTF">2026-05-23T04:08:28Z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Internal</vt:lpwstr>
  </property>
  <property fmtid="{D5CDD505-2E9C-101B-9397-08002B2CF9AE}" pid="4" name="MSIP_Label_88c63503-0fb3-4712-a32e-7ecb4b7d79e8_Enabled">
    <vt:lpwstr>true</vt:lpwstr>
  </property>
  <property fmtid="{D5CDD505-2E9C-101B-9397-08002B2CF9AE}" pid="5" name="MSIP_Label_88c63503-0fb3-4712-a32e-7ecb4b7d79e8_SetDate">
    <vt:lpwstr>2023-09-06T14:49:53Z</vt:lpwstr>
  </property>
  <property fmtid="{D5CDD505-2E9C-101B-9397-08002B2CF9AE}" pid="6" name="MSIP_Label_88c63503-0fb3-4712-a32e-7ecb4b7d79e8_Method">
    <vt:lpwstr>Standard</vt:lpwstr>
  </property>
  <property fmtid="{D5CDD505-2E9C-101B-9397-08002B2CF9AE}" pid="7" name="MSIP_Label_88c63503-0fb3-4712-a32e-7ecb4b7d79e8_Name">
    <vt:lpwstr>88c63503-0fb3-4712-a32e-7ecb4b7d79e8</vt:lpwstr>
  </property>
  <property fmtid="{D5CDD505-2E9C-101B-9397-08002B2CF9AE}" pid="8" name="MSIP_Label_88c63503-0fb3-4712-a32e-7ecb4b7d79e8_SiteId">
    <vt:lpwstr>d9da684f-2c03-432a-a7b6-ed714ffc7683</vt:lpwstr>
  </property>
  <property fmtid="{D5CDD505-2E9C-101B-9397-08002B2CF9AE}" pid="9" name="MSIP_Label_88c63503-0fb3-4712-a32e-7ecb4b7d79e8_ActionId">
    <vt:lpwstr>856d30e2-09ed-4838-80d2-aeface024a76</vt:lpwstr>
  </property>
  <property fmtid="{D5CDD505-2E9C-101B-9397-08002B2CF9AE}" pid="10" name="MSIP_Label_88c63503-0fb3-4712-a32e-7ecb4b7d79e8_ContentBits">
    <vt:lpwstr>2</vt:lpwstr>
  </property>
  <property fmtid="{D5CDD505-2E9C-101B-9397-08002B2CF9AE}" pid="11" name="ContentTypeId">
    <vt:lpwstr>0x01010036DF8ACB058DF9489700B19236AAD59400D62DAC29EBDDEA43B1128816D2469C58</vt:lpwstr>
  </property>
  <property fmtid="{D5CDD505-2E9C-101B-9397-08002B2CF9AE}" pid="12" name="CandC_Tax_4">
    <vt:lpwstr/>
  </property>
  <property fmtid="{D5CDD505-2E9C-101B-9397-08002B2CF9AE}" pid="13" name="CandC_Tax_2">
    <vt:lpwstr/>
  </property>
  <property fmtid="{D5CDD505-2E9C-101B-9397-08002B2CF9AE}" pid="14" name="CandC_Tax_7">
    <vt:lpwstr/>
  </property>
  <property fmtid="{D5CDD505-2E9C-101B-9397-08002B2CF9AE}" pid="15" name="CandC_Tax_5">
    <vt:lpwstr/>
  </property>
  <property fmtid="{D5CDD505-2E9C-101B-9397-08002B2CF9AE}" pid="16" name="CandC_Tax_3">
    <vt:lpwstr/>
  </property>
  <property fmtid="{D5CDD505-2E9C-101B-9397-08002B2CF9AE}" pid="17" name="CandC_Tax_8">
    <vt:lpwstr/>
  </property>
  <property fmtid="{D5CDD505-2E9C-101B-9397-08002B2CF9AE}" pid="18" name="CandC_Tax_6">
    <vt:lpwstr/>
  </property>
  <property fmtid="{D5CDD505-2E9C-101B-9397-08002B2CF9AE}" pid="19" name="CandC_Tax_1">
    <vt:lpwstr/>
  </property>
  <property fmtid="{D5CDD505-2E9C-101B-9397-08002B2CF9AE}" pid="20" name="MediaServiceImageTags">
    <vt:lpwstr/>
  </property>
</Properties>
</file>