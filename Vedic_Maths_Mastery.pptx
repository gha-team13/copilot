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  <p:sldId id="265" r:id="rId12"/>
  </p:sldIdLst>
  <p:sldSz cx="16256000" cy="9144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6" d="100"/>
          <a:sy n="56" d="100"/>
        </p:scale>
        <p:origin x="91" y="23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thony D'Costa" userId="b50047dc2316ee07" providerId="LiveId" clId="{B3257EA4-B178-4B8D-B27B-6C17986095E0}"/>
    <pc:docChg chg="undo custSel addSld modSld">
      <pc:chgData name="Anthony D'Costa" userId="b50047dc2316ee07" providerId="LiveId" clId="{B3257EA4-B178-4B8D-B27B-6C17986095E0}" dt="2026-06-27T23:48:39.810" v="23" actId="26606"/>
      <pc:docMkLst>
        <pc:docMk/>
      </pc:docMkLst>
      <pc:sldChg chg="modSp mod">
        <pc:chgData name="Anthony D'Costa" userId="b50047dc2316ee07" providerId="LiveId" clId="{B3257EA4-B178-4B8D-B27B-6C17986095E0}" dt="2026-06-27T23:24:35.892" v="10" actId="1440"/>
        <pc:sldMkLst>
          <pc:docMk/>
          <pc:sldMk cId="0" sldId="256"/>
        </pc:sldMkLst>
        <pc:picChg chg="mod modCrop">
          <ac:chgData name="Anthony D'Costa" userId="b50047dc2316ee07" providerId="LiveId" clId="{B3257EA4-B178-4B8D-B27B-6C17986095E0}" dt="2026-06-27T23:24:35.892" v="10" actId="1440"/>
          <ac:picMkLst>
            <pc:docMk/>
            <pc:sldMk cId="0" sldId="256"/>
            <ac:picMk id="2" creationId="{00000000-0000-0000-0000-000000000000}"/>
          </ac:picMkLst>
        </pc:picChg>
      </pc:sldChg>
      <pc:sldChg chg="modSp mod">
        <pc:chgData name="Anthony D'Costa" userId="b50047dc2316ee07" providerId="LiveId" clId="{B3257EA4-B178-4B8D-B27B-6C17986095E0}" dt="2026-06-27T23:23:51.036" v="4" actId="34807"/>
        <pc:sldMkLst>
          <pc:docMk/>
          <pc:sldMk cId="0" sldId="257"/>
        </pc:sldMkLst>
        <pc:picChg chg="mod">
          <ac:chgData name="Anthony D'Costa" userId="b50047dc2316ee07" providerId="LiveId" clId="{B3257EA4-B178-4B8D-B27B-6C17986095E0}" dt="2026-06-27T23:23:51.036" v="4" actId="34807"/>
          <ac:picMkLst>
            <pc:docMk/>
            <pc:sldMk cId="0" sldId="257"/>
            <ac:picMk id="2" creationId="{00000000-0000-0000-0000-000000000000}"/>
          </ac:picMkLst>
        </pc:picChg>
      </pc:sldChg>
      <pc:sldChg chg="modSp mod">
        <pc:chgData name="Anthony D'Costa" userId="b50047dc2316ee07" providerId="LiveId" clId="{B3257EA4-B178-4B8D-B27B-6C17986095E0}" dt="2026-06-27T23:29:39.963" v="12" actId="34807"/>
        <pc:sldMkLst>
          <pc:docMk/>
          <pc:sldMk cId="0" sldId="258"/>
        </pc:sldMkLst>
        <pc:picChg chg="mod">
          <ac:chgData name="Anthony D'Costa" userId="b50047dc2316ee07" providerId="LiveId" clId="{B3257EA4-B178-4B8D-B27B-6C17986095E0}" dt="2026-06-27T23:29:39.963" v="12" actId="34807"/>
          <ac:picMkLst>
            <pc:docMk/>
            <pc:sldMk cId="0" sldId="258"/>
            <ac:picMk id="2" creationId="{00000000-0000-0000-0000-000000000000}"/>
          </ac:picMkLst>
        </pc:picChg>
      </pc:sldChg>
      <pc:sldChg chg="modSp mod">
        <pc:chgData name="Anthony D'Costa" userId="b50047dc2316ee07" providerId="LiveId" clId="{B3257EA4-B178-4B8D-B27B-6C17986095E0}" dt="2026-06-27T23:31:55.412" v="13" actId="34807"/>
        <pc:sldMkLst>
          <pc:docMk/>
          <pc:sldMk cId="0" sldId="259"/>
        </pc:sldMkLst>
        <pc:picChg chg="mod">
          <ac:chgData name="Anthony D'Costa" userId="b50047dc2316ee07" providerId="LiveId" clId="{B3257EA4-B178-4B8D-B27B-6C17986095E0}" dt="2026-06-27T23:31:55.412" v="13" actId="34807"/>
          <ac:picMkLst>
            <pc:docMk/>
            <pc:sldMk cId="0" sldId="259"/>
            <ac:picMk id="2" creationId="{00000000-0000-0000-0000-000000000000}"/>
          </ac:picMkLst>
        </pc:picChg>
      </pc:sldChg>
      <pc:sldChg chg="modSp mod">
        <pc:chgData name="Anthony D'Costa" userId="b50047dc2316ee07" providerId="LiveId" clId="{B3257EA4-B178-4B8D-B27B-6C17986095E0}" dt="2026-06-27T23:32:49.004" v="14" actId="34807"/>
        <pc:sldMkLst>
          <pc:docMk/>
          <pc:sldMk cId="0" sldId="260"/>
        </pc:sldMkLst>
        <pc:picChg chg="mod">
          <ac:chgData name="Anthony D'Costa" userId="b50047dc2316ee07" providerId="LiveId" clId="{B3257EA4-B178-4B8D-B27B-6C17986095E0}" dt="2026-06-27T23:32:49.004" v="14" actId="34807"/>
          <ac:picMkLst>
            <pc:docMk/>
            <pc:sldMk cId="0" sldId="260"/>
            <ac:picMk id="2" creationId="{00000000-0000-0000-0000-000000000000}"/>
          </ac:picMkLst>
        </pc:picChg>
      </pc:sldChg>
      <pc:sldChg chg="modSp mod">
        <pc:chgData name="Anthony D'Costa" userId="b50047dc2316ee07" providerId="LiveId" clId="{B3257EA4-B178-4B8D-B27B-6C17986095E0}" dt="2026-06-27T23:33:46.969" v="15" actId="34807"/>
        <pc:sldMkLst>
          <pc:docMk/>
          <pc:sldMk cId="0" sldId="261"/>
        </pc:sldMkLst>
        <pc:picChg chg="mod">
          <ac:chgData name="Anthony D'Costa" userId="b50047dc2316ee07" providerId="LiveId" clId="{B3257EA4-B178-4B8D-B27B-6C17986095E0}" dt="2026-06-27T23:33:46.969" v="15" actId="34807"/>
          <ac:picMkLst>
            <pc:docMk/>
            <pc:sldMk cId="0" sldId="261"/>
            <ac:picMk id="2" creationId="{00000000-0000-0000-0000-000000000000}"/>
          </ac:picMkLst>
        </pc:picChg>
      </pc:sldChg>
      <pc:sldChg chg="modSp mod">
        <pc:chgData name="Anthony D'Costa" userId="b50047dc2316ee07" providerId="LiveId" clId="{B3257EA4-B178-4B8D-B27B-6C17986095E0}" dt="2026-06-27T23:34:46.760" v="16" actId="34807"/>
        <pc:sldMkLst>
          <pc:docMk/>
          <pc:sldMk cId="0" sldId="262"/>
        </pc:sldMkLst>
        <pc:picChg chg="mod">
          <ac:chgData name="Anthony D'Costa" userId="b50047dc2316ee07" providerId="LiveId" clId="{B3257EA4-B178-4B8D-B27B-6C17986095E0}" dt="2026-06-27T23:34:46.760" v="16" actId="34807"/>
          <ac:picMkLst>
            <pc:docMk/>
            <pc:sldMk cId="0" sldId="262"/>
            <ac:picMk id="2" creationId="{00000000-0000-0000-0000-000000000000}"/>
          </ac:picMkLst>
        </pc:picChg>
      </pc:sldChg>
      <pc:sldChg chg="modSp mod">
        <pc:chgData name="Anthony D'Costa" userId="b50047dc2316ee07" providerId="LiveId" clId="{B3257EA4-B178-4B8D-B27B-6C17986095E0}" dt="2026-06-27T23:39:58.435" v="17" actId="34807"/>
        <pc:sldMkLst>
          <pc:docMk/>
          <pc:sldMk cId="0" sldId="264"/>
        </pc:sldMkLst>
        <pc:picChg chg="mod">
          <ac:chgData name="Anthony D'Costa" userId="b50047dc2316ee07" providerId="LiveId" clId="{B3257EA4-B178-4B8D-B27B-6C17986095E0}" dt="2026-06-27T23:39:58.435" v="17" actId="34807"/>
          <ac:picMkLst>
            <pc:docMk/>
            <pc:sldMk cId="0" sldId="264"/>
            <ac:picMk id="2" creationId="{00000000-0000-0000-0000-000000000000}"/>
          </ac:picMkLst>
        </pc:picChg>
      </pc:sldChg>
      <pc:sldChg chg="modSp mod">
        <pc:chgData name="Anthony D'Costa" userId="b50047dc2316ee07" providerId="LiveId" clId="{B3257EA4-B178-4B8D-B27B-6C17986095E0}" dt="2026-06-27T23:41:04.766" v="18" actId="34807"/>
        <pc:sldMkLst>
          <pc:docMk/>
          <pc:sldMk cId="0" sldId="265"/>
        </pc:sldMkLst>
        <pc:picChg chg="mod">
          <ac:chgData name="Anthony D'Costa" userId="b50047dc2316ee07" providerId="LiveId" clId="{B3257EA4-B178-4B8D-B27B-6C17986095E0}" dt="2026-06-27T23:41:04.766" v="18" actId="34807"/>
          <ac:picMkLst>
            <pc:docMk/>
            <pc:sldMk cId="0" sldId="265"/>
            <ac:picMk id="2" creationId="{00000000-0000-0000-0000-000000000000}"/>
          </ac:picMkLst>
        </pc:picChg>
      </pc:sldChg>
      <pc:sldChg chg="addSp delSp modSp new mod setBg">
        <pc:chgData name="Anthony D'Costa" userId="b50047dc2316ee07" providerId="LiveId" clId="{B3257EA4-B178-4B8D-B27B-6C17986095E0}" dt="2026-06-27T23:48:39.810" v="23" actId="26606"/>
        <pc:sldMkLst>
          <pc:docMk/>
          <pc:sldMk cId="442776046" sldId="266"/>
        </pc:sldMkLst>
        <pc:spChg chg="del">
          <ac:chgData name="Anthony D'Costa" userId="b50047dc2316ee07" providerId="LiveId" clId="{B3257EA4-B178-4B8D-B27B-6C17986095E0}" dt="2026-06-27T23:48:30.811" v="21" actId="478"/>
          <ac:spMkLst>
            <pc:docMk/>
            <pc:sldMk cId="442776046" sldId="266"/>
            <ac:spMk id="2" creationId="{ECCB90A4-B545-EED8-2474-651961FD294F}"/>
          </ac:spMkLst>
        </pc:spChg>
        <pc:spChg chg="del">
          <ac:chgData name="Anthony D'Costa" userId="b50047dc2316ee07" providerId="LiveId" clId="{B3257EA4-B178-4B8D-B27B-6C17986095E0}" dt="2026-06-27T23:48:32.653" v="22" actId="478"/>
          <ac:spMkLst>
            <pc:docMk/>
            <pc:sldMk cId="442776046" sldId="266"/>
            <ac:spMk id="3" creationId="{D3AD1F76-098D-8919-DFC7-EA014550C3E3}"/>
          </ac:spMkLst>
        </pc:spChg>
        <pc:spChg chg="add">
          <ac:chgData name="Anthony D'Costa" userId="b50047dc2316ee07" providerId="LiveId" clId="{B3257EA4-B178-4B8D-B27B-6C17986095E0}" dt="2026-06-27T23:48:39.810" v="23" actId="26606"/>
          <ac:spMkLst>
            <pc:docMk/>
            <pc:sldMk cId="442776046" sldId="266"/>
            <ac:spMk id="10" creationId="{42A4FC2C-047E-45A5-965D-8E1E3BF09BC6}"/>
          </ac:spMkLst>
        </pc:spChg>
        <pc:picChg chg="add mod">
          <ac:chgData name="Anthony D'Costa" userId="b50047dc2316ee07" providerId="LiveId" clId="{B3257EA4-B178-4B8D-B27B-6C17986095E0}" dt="2026-06-27T23:48:39.810" v="23" actId="26606"/>
          <ac:picMkLst>
            <pc:docMk/>
            <pc:sldMk cId="442776046" sldId="266"/>
            <ac:picMk id="5" creationId="{52E3ED05-9278-81AF-823D-036FA7248C1A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6/27/2026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rcRect l="4142" t="4167" r="4142" b="4167"/>
          <a:stretch>
            <a:fillRect/>
          </a:stretch>
        </p:blipFill>
        <p:spPr>
          <a:xfrm>
            <a:off x="682829" y="349522"/>
            <a:ext cx="14909210" cy="831215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/>
        </p:blipFill>
        <p:spPr>
          <a:xfrm>
            <a:off x="4762" y="38100"/>
            <a:ext cx="16246475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/>
        </p:blipFill>
        <p:spPr>
          <a:xfrm>
            <a:off x="4762" y="38100"/>
            <a:ext cx="16246475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/>
        </p:blipFill>
        <p:spPr>
          <a:xfrm>
            <a:off x="4762" y="38100"/>
            <a:ext cx="16246475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/>
        </p:blipFill>
        <p:spPr>
          <a:xfrm>
            <a:off x="4762" y="38100"/>
            <a:ext cx="16246475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/>
        </p:blipFill>
        <p:spPr>
          <a:xfrm>
            <a:off x="4762" y="38100"/>
            <a:ext cx="16246475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/>
        </p:blipFill>
        <p:spPr>
          <a:xfrm>
            <a:off x="4762" y="38100"/>
            <a:ext cx="16246475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/>
        </p:blipFill>
        <p:spPr>
          <a:xfrm>
            <a:off x="4762" y="38100"/>
            <a:ext cx="16246475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2032" y="0"/>
            <a:ext cx="16251936" cy="9144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2E3ED05-9278-81AF-823D-036FA7248C1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9"/>
          <a:stretch>
            <a:fillRect/>
          </a:stretch>
        </p:blipFill>
        <p:spPr>
          <a:xfrm>
            <a:off x="20" y="1709"/>
            <a:ext cx="16255980" cy="91422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277604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/>
        </p:blipFill>
        <p:spPr>
          <a:xfrm>
            <a:off x="4762" y="38100"/>
            <a:ext cx="16246475" cy="9067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30</TotalTime>
  <Words>0</Words>
  <Application>Microsoft Office PowerPoint</Application>
  <PresentationFormat>Custom</PresentationFormat>
  <Paragraphs>0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Anthony D'Costa</cp:lastModifiedBy>
  <cp:revision>1</cp:revision>
  <dcterms:created xsi:type="dcterms:W3CDTF">2006-08-16T00:00:00Z</dcterms:created>
  <dcterms:modified xsi:type="dcterms:W3CDTF">2026-06-27T23:48:40Z</dcterms:modified>
</cp:coreProperties>
</file>